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notesMasterIdLst>
    <p:notesMasterId r:id="rId26"/>
  </p:notesMasterIdLst>
  <p:handoutMasterIdLst>
    <p:handoutMasterId r:id="rId27"/>
  </p:handoutMasterIdLst>
  <p:sldIdLst>
    <p:sldId id="351" r:id="rId2"/>
    <p:sldId id="454" r:id="rId3"/>
    <p:sldId id="455" r:id="rId4"/>
    <p:sldId id="453" r:id="rId5"/>
    <p:sldId id="456" r:id="rId6"/>
    <p:sldId id="457" r:id="rId7"/>
    <p:sldId id="464" r:id="rId8"/>
    <p:sldId id="463" r:id="rId9"/>
    <p:sldId id="465" r:id="rId10"/>
    <p:sldId id="466" r:id="rId11"/>
    <p:sldId id="458" r:id="rId12"/>
    <p:sldId id="467" r:id="rId13"/>
    <p:sldId id="468" r:id="rId14"/>
    <p:sldId id="469" r:id="rId15"/>
    <p:sldId id="459" r:id="rId16"/>
    <p:sldId id="470" r:id="rId17"/>
    <p:sldId id="460" r:id="rId18"/>
    <p:sldId id="471" r:id="rId19"/>
    <p:sldId id="472" r:id="rId20"/>
    <p:sldId id="461" r:id="rId21"/>
    <p:sldId id="473" r:id="rId22"/>
    <p:sldId id="474" r:id="rId23"/>
    <p:sldId id="462" r:id="rId24"/>
    <p:sldId id="47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6FF"/>
    <a:srgbClr val="B896FF"/>
    <a:srgbClr val="00FFF0"/>
    <a:srgbClr val="161616"/>
    <a:srgbClr val="2AFFCC"/>
    <a:srgbClr val="01F5FF"/>
    <a:srgbClr val="D8E763"/>
    <a:srgbClr val="DA0042"/>
    <a:srgbClr val="FF4798"/>
    <a:srgbClr val="FF4B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057" autoAdjust="0"/>
    <p:restoredTop sz="97149" autoAdjust="0"/>
  </p:normalViewPr>
  <p:slideViewPr>
    <p:cSldViewPr snapToGrid="0">
      <p:cViewPr varScale="1">
        <p:scale>
          <a:sx n="125" d="100"/>
          <a:sy n="125" d="100"/>
        </p:scale>
        <p:origin x="760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0AE391-5090-4A20-BB83-AE7944D757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E0C791-4472-47EB-A5D1-40410E8609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83E989-3A32-4871-848D-A577D002F4D8}" type="datetimeFigureOut">
              <a:rPr lang="en-US" smtClean="0"/>
              <a:t>3/28/25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89C3D-9323-4256-B98A-37D9853EA9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71EE58-95EA-4121-8D8F-D9BF9D78CFE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C666C-E93D-47E9-A306-F95DA55A0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9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80DEF-0AD7-4BDB-840C-61DE4010FC3D}" type="datetimeFigureOut">
              <a:rPr lang="en-US" smtClean="0"/>
              <a:t>3/28/25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68A001-691D-41D9-91DC-B9507CB04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16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hu-HU" sz="12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910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004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070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41558-45A7-A7B8-B1AD-0CC51A9AE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5A88CF8C-B525-99DF-DADC-318E1A8BE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F0A5140F-99A2-46D6-6B69-4803DC0EF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714E2E7-83A6-8A6E-A8BE-F9460949CE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58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33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3020F-E75E-0B71-F2F8-1136A49AB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E6A1F55D-FD22-F917-A9C0-E47BBC7619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9C81A2AC-28EF-40E9-EC39-70AEA85CE3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9EFA658-07CD-C856-E0A4-72FCBE1747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701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1E9EF-1FA2-B366-AB3B-F1E367977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C3A62F-7DE0-0E57-DC56-733B88287E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93AF5A-DB5E-A8B5-003A-42F6C66D3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25759-C0D5-24CF-D300-C7B7F3100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010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59C2A-0FC8-422F-92E4-B92935AAE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825" y="1655821"/>
            <a:ext cx="8060366" cy="210314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8200"/>
              </a:lnSpc>
              <a:spcBef>
                <a:spcPts val="0"/>
              </a:spcBef>
              <a:defRPr sz="8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Presentation Cover with Longer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5825" y="4670399"/>
            <a:ext cx="10515600" cy="45538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2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5825" y="5393921"/>
            <a:ext cx="6489700" cy="200055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rgbClr val="00F6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8D4788E-EE52-507E-7D71-0F24A4DBD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5825" y="6403340"/>
            <a:ext cx="1645920" cy="2260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kumimoji="0" lang="en-US" sz="6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EPAM Proprietary &amp; Confidential.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A3D84A-3A3E-A95D-16B1-DEAB594B0B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58001" cy="241912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374159C-7297-E470-BBCD-D20C41E7AF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21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Dark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5825" y="4670399"/>
            <a:ext cx="7068944" cy="45538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2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5825" y="5393921"/>
            <a:ext cx="6489700" cy="200055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rgbClr val="00F6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8D4788E-EE52-507E-7D71-0F24A4DBD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5825" y="6403340"/>
            <a:ext cx="1645920" cy="2260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kumimoji="0" lang="en-US" sz="6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EPAM Proprietary &amp; Confidential.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86B7FC-77D7-4734-103B-B7BEE343FE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825" y="1653938"/>
            <a:ext cx="8060366" cy="210314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8200"/>
              </a:lnSpc>
              <a:spcBef>
                <a:spcPts val="0"/>
              </a:spcBef>
              <a:defRPr sz="8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Presentation Cover with Longer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25FA4B-8346-1D65-A1A6-BE46B3388E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58001" cy="24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8828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Shorter_Title_Half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040E1BA6-2B94-3FB9-8A61-22A11D25EDE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123008" y="0"/>
            <a:ext cx="606899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DF60C00-4DF7-EA8B-64E5-6D8707C3F1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5825" y="4670399"/>
            <a:ext cx="5151216" cy="37253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1CED6F17-ABB3-3BF2-0943-BB3D363DB3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5825" y="5393921"/>
            <a:ext cx="5185941" cy="20005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rgbClr val="00F6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03242F72-C056-2877-37FC-0C0E8E2FA1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5825" y="1653938"/>
            <a:ext cx="5139642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6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Cover with Shorter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2237D0-4B7C-4C74-1B34-6585F8B84C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58001" cy="24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840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25" y="1350512"/>
            <a:ext cx="3594735" cy="9233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gradFill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100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4A4A7-1D42-43C4-8DAE-D39D601741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66051" y="1542286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14B7CA8-C6E3-4D9A-BDD1-5A660A9FF4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6051" y="2235353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9CF7C84-314E-4FB2-901C-E4AD0E7593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66051" y="2918259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4E24727-48EE-48AA-9B6F-F26524FCED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6051" y="3611326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8BC4A81-2FF3-4AC4-8F40-4F95105F59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66051" y="4294232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53DF3A1-A093-468B-B30D-D2DB4C1595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66051" y="4977139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3338DC0-8609-4542-8807-E7838F7CE5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98342" y="1542286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3948224-37C6-4D02-AFD9-C1D88C1C07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98342" y="2235353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BDE3CEE-0230-44C2-A389-A8747AA6BB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98342" y="2918259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6BF9761-22A6-4919-B7B5-2A027DDC6D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98342" y="3611326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BA13C9B-9D26-4B3E-8215-17F0475C20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98342" y="4294232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4AC5FFC-6616-4F1B-B644-F0560ADC7E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98342" y="4977139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8522FB4-D05A-7BBC-4925-8F44384D8BAF}"/>
              </a:ext>
            </a:extLst>
          </p:cNvPr>
          <p:cNvCxnSpPr>
            <a:cxnSpLocks/>
          </p:cNvCxnSpPr>
          <p:nvPr userDrawn="1"/>
        </p:nvCxnSpPr>
        <p:spPr>
          <a:xfrm>
            <a:off x="4828321" y="2043581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43E4466-9172-11FF-B631-0772F610EC0A}"/>
              </a:ext>
            </a:extLst>
          </p:cNvPr>
          <p:cNvCxnSpPr>
            <a:cxnSpLocks/>
          </p:cNvCxnSpPr>
          <p:nvPr userDrawn="1"/>
        </p:nvCxnSpPr>
        <p:spPr>
          <a:xfrm>
            <a:off x="4828321" y="2736156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39B406A-62F3-7DD2-AFDA-098BD84DC9B8}"/>
              </a:ext>
            </a:extLst>
          </p:cNvPr>
          <p:cNvCxnSpPr>
            <a:cxnSpLocks/>
          </p:cNvCxnSpPr>
          <p:nvPr userDrawn="1"/>
        </p:nvCxnSpPr>
        <p:spPr>
          <a:xfrm>
            <a:off x="4828321" y="3428731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F9CE8E-C61D-47C9-7C92-80C8B9BE9261}"/>
              </a:ext>
            </a:extLst>
          </p:cNvPr>
          <p:cNvCxnSpPr>
            <a:cxnSpLocks/>
          </p:cNvCxnSpPr>
          <p:nvPr userDrawn="1"/>
        </p:nvCxnSpPr>
        <p:spPr>
          <a:xfrm>
            <a:off x="4828321" y="4121306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202BA3F-B120-FB36-1C74-89FF4B905719}"/>
              </a:ext>
            </a:extLst>
          </p:cNvPr>
          <p:cNvCxnSpPr>
            <a:cxnSpLocks/>
          </p:cNvCxnSpPr>
          <p:nvPr userDrawn="1"/>
        </p:nvCxnSpPr>
        <p:spPr>
          <a:xfrm>
            <a:off x="4828321" y="4813881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E237AFC-258A-A0AE-B66B-CB1C869A2032}"/>
              </a:ext>
            </a:extLst>
          </p:cNvPr>
          <p:cNvCxnSpPr>
            <a:cxnSpLocks/>
          </p:cNvCxnSpPr>
          <p:nvPr userDrawn="1"/>
        </p:nvCxnSpPr>
        <p:spPr>
          <a:xfrm>
            <a:off x="4828321" y="5511461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1899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25" y="1353882"/>
            <a:ext cx="359473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6000" b="0" dirty="0">
                <a:gradFill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100000">
                      <a:srgbClr val="B896FF"/>
                    </a:gs>
                  </a:gsLst>
                  <a:lin ang="0" scaled="0"/>
                </a:gradFill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F9CE8E-C61D-47C9-7C92-80C8B9BE9261}"/>
              </a:ext>
            </a:extLst>
          </p:cNvPr>
          <p:cNvCxnSpPr>
            <a:cxnSpLocks/>
          </p:cNvCxnSpPr>
          <p:nvPr userDrawn="1"/>
        </p:nvCxnSpPr>
        <p:spPr>
          <a:xfrm>
            <a:off x="4597093" y="4127679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202BA3F-B120-FB36-1C74-89FF4B905719}"/>
              </a:ext>
            </a:extLst>
          </p:cNvPr>
          <p:cNvCxnSpPr>
            <a:cxnSpLocks/>
          </p:cNvCxnSpPr>
          <p:nvPr userDrawn="1"/>
        </p:nvCxnSpPr>
        <p:spPr>
          <a:xfrm>
            <a:off x="4597093" y="4821255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E237AFC-258A-A0AE-B66B-CB1C869A2032}"/>
              </a:ext>
            </a:extLst>
          </p:cNvPr>
          <p:cNvCxnSpPr>
            <a:cxnSpLocks/>
          </p:cNvCxnSpPr>
          <p:nvPr userDrawn="1"/>
        </p:nvCxnSpPr>
        <p:spPr>
          <a:xfrm>
            <a:off x="4597093" y="5514831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F38260B-0DC8-F1D9-0A04-B34FD9548DDE}"/>
              </a:ext>
            </a:extLst>
          </p:cNvPr>
          <p:cNvCxnSpPr>
            <a:cxnSpLocks/>
          </p:cNvCxnSpPr>
          <p:nvPr userDrawn="1"/>
        </p:nvCxnSpPr>
        <p:spPr>
          <a:xfrm>
            <a:off x="4597093" y="3434103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4323139-2B65-F98E-4BA6-26EBD4E0AD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4801" y="1544424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4203F9BF-BF5F-6A91-5F78-9E13CFB346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0" y="1544424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876CC08A-4820-35BC-92E1-8230BD9D360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14801" y="2237970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F7291D4C-4D95-8F05-0F5C-BA39164C82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8400" y="2237970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6CEF688-2334-22F4-39C4-5CC9525BC5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14801" y="2931516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6C7F5B96-F4B8-B78A-06A1-1387CE2660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48400" y="2931516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F2D20F35-3DAA-AC00-0D89-CD5517054A4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14801" y="3625062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7CEC68D4-F109-8967-2138-7755BCDA7F5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48400" y="3625062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9D31E2A1-E7D9-C6E2-1CAD-132E8FC150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14801" y="4318608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9FFDA3CA-2B8B-D638-20E4-71AC7A34D73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48400" y="4318608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557F9336-F799-453A-9AE4-57BF009F4E4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14801" y="5012153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3ACF06D8-4539-871E-68C7-607E709243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48400" y="5012153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040C191-15FC-CC2A-76C6-F51F8764B2F0}"/>
              </a:ext>
            </a:extLst>
          </p:cNvPr>
          <p:cNvCxnSpPr>
            <a:cxnSpLocks/>
          </p:cNvCxnSpPr>
          <p:nvPr userDrawn="1"/>
        </p:nvCxnSpPr>
        <p:spPr>
          <a:xfrm>
            <a:off x="4597093" y="2740527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2D121A1-59B7-61ED-F9B5-D7F3CF3FA035}"/>
              </a:ext>
            </a:extLst>
          </p:cNvPr>
          <p:cNvCxnSpPr>
            <a:cxnSpLocks/>
          </p:cNvCxnSpPr>
          <p:nvPr userDrawn="1"/>
        </p:nvCxnSpPr>
        <p:spPr>
          <a:xfrm>
            <a:off x="4597094" y="2046951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2562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Half_Page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25" y="1772483"/>
            <a:ext cx="3594735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41C214B-0929-47F1-0881-0584DE92D4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5825" y="3939611"/>
            <a:ext cx="455453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BFE2FC0-3FA5-A96D-8741-0967434C45D8}"/>
              </a:ext>
            </a:extLst>
          </p:cNvPr>
          <p:cNvSpPr/>
          <p:nvPr userDrawn="1"/>
        </p:nvSpPr>
        <p:spPr bwMode="auto">
          <a:xfrm>
            <a:off x="7006459" y="0"/>
            <a:ext cx="1507755" cy="1507755"/>
          </a:xfrm>
          <a:prstGeom prst="ellipse">
            <a:avLst/>
          </a:prstGeom>
          <a:solidFill>
            <a:srgbClr val="B896FF"/>
          </a:solidFill>
          <a:ln>
            <a:noFill/>
          </a:ln>
          <a:effectLst>
            <a:softEdge rad="501929"/>
          </a:effectLst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44D886A-7EE9-3D61-5350-BFDC9DEF77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825" y="1335603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88388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25" y="1793240"/>
            <a:ext cx="5640805" cy="9233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0F545EE-05C3-C60B-A33C-54CA3165B8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825" y="133604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41C214B-0929-47F1-0881-0584DE92D4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5825" y="3126991"/>
            <a:ext cx="455453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202904" y="0"/>
            <a:ext cx="4989095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2841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_Section_Header_Coo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3CF198-2C15-1B0B-2941-6BA5258C3280}"/>
              </a:ext>
            </a:extLst>
          </p:cNvPr>
          <p:cNvSpPr/>
          <p:nvPr userDrawn="1"/>
        </p:nvSpPr>
        <p:spPr bwMode="auto">
          <a:xfrm>
            <a:off x="620713" y="647700"/>
            <a:ext cx="10969625" cy="5562600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99000">
                <a:schemeClr val="accent2"/>
              </a:gs>
              <a:gs pos="17000">
                <a:schemeClr val="accent4">
                  <a:alpha val="79000"/>
                </a:schemeClr>
              </a:gs>
              <a:gs pos="37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F83EE370-5755-0FBB-7D84-A96FB6BC63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5400" y="2977260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>
                <a:effectLst/>
              </a:rPr>
              <a:t>Section description</a:t>
            </a:r>
            <a:endParaRPr lang="en-US"/>
          </a:p>
        </p:txBody>
      </p:sp>
      <p:sp>
        <p:nvSpPr>
          <p:cNvPr id="4" name="Title 8">
            <a:extLst>
              <a:ext uri="{FF2B5EF4-FFF2-40B4-BE49-F238E27FC236}">
                <a16:creationId xmlns:a16="http://schemas.microsoft.com/office/drawing/2014/main" id="{90735A68-7AD1-6A4F-4FBB-D417739247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5240" y="1723225"/>
            <a:ext cx="9601200" cy="1212018"/>
          </a:xfrm>
          <a:prstGeom prst="rect">
            <a:avLst/>
          </a:prstGeom>
        </p:spPr>
        <p:txBody>
          <a:bodyPr/>
          <a:lstStyle>
            <a:lvl1pPr>
              <a:defRPr sz="6000">
                <a:solidFill>
                  <a:srgbClr val="000000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749C80-4012-9B9E-C0D6-07426A51EF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5400" y="132842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04B4EE-632B-DECA-21A7-CE4B30649E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3859"/>
            <a:ext cx="495300" cy="1820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4AEAE2-ED8B-F9AA-7FD1-83D75695B020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8A49E1C-D7C7-5097-0968-F987FEF5622B}"/>
              </a:ext>
            </a:extLst>
          </p:cNvPr>
          <p:cNvSpPr txBox="1">
            <a:spLocks/>
          </p:cNvSpPr>
          <p:nvPr userDrawn="1"/>
        </p:nvSpPr>
        <p:spPr>
          <a:xfrm>
            <a:off x="1135279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147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">
          <p15:clr>
            <a:srgbClr val="FBAE40"/>
          </p15:clr>
        </p15:guide>
        <p15:guide id="2" pos="3840">
          <p15:clr>
            <a:srgbClr val="FBAE40"/>
          </p15:clr>
        </p15:guide>
        <p15:guide id="4" orient="horz" pos="412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x_Section_Header_Coo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B8FFF1-7BEF-FB67-FD62-E5D324B98FDF}"/>
              </a:ext>
            </a:extLst>
          </p:cNvPr>
          <p:cNvSpPr/>
          <p:nvPr userDrawn="1"/>
        </p:nvSpPr>
        <p:spPr bwMode="auto">
          <a:xfrm>
            <a:off x="620713" y="647700"/>
            <a:ext cx="10969625" cy="5562600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99000">
                <a:schemeClr val="accent6"/>
              </a:gs>
              <a:gs pos="17000">
                <a:schemeClr val="accent4">
                  <a:alpha val="79000"/>
                </a:schemeClr>
              </a:gs>
              <a:gs pos="38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11C718F0-D4A4-9872-BDD6-D7C7A94D7E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5400" y="2977260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>
                <a:effectLst/>
              </a:rPr>
              <a:t>Section description</a:t>
            </a:r>
            <a:endParaRPr lang="en-US"/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7C5E3EB5-098F-0D6A-8385-E69FD287B5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5240" y="1723225"/>
            <a:ext cx="9601200" cy="1212018"/>
          </a:xfrm>
          <a:prstGeom prst="rect">
            <a:avLst/>
          </a:prstGeom>
        </p:spPr>
        <p:txBody>
          <a:bodyPr/>
          <a:lstStyle>
            <a:lvl1pPr>
              <a:defRPr sz="6000">
                <a:solidFill>
                  <a:srgbClr val="000000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F3FBB37-F96B-0FEB-0FAA-3A60AA0265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5400" y="132842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847CF6-2723-8A78-E571-E5E1D96EE7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3859"/>
            <a:ext cx="495300" cy="1820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B1EED2-CFE5-9449-1191-B818AA5450B2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005ECF6-ECEB-D7EC-6E6C-D560F76EDB1A}"/>
              </a:ext>
            </a:extLst>
          </p:cNvPr>
          <p:cNvSpPr txBox="1">
            <a:spLocks/>
          </p:cNvSpPr>
          <p:nvPr userDrawn="1"/>
        </p:nvSpPr>
        <p:spPr>
          <a:xfrm>
            <a:off x="1135279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809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">
          <p15:clr>
            <a:srgbClr val="FBAE40"/>
          </p15:clr>
        </p15:guide>
        <p15:guide id="2" pos="3840">
          <p15:clr>
            <a:srgbClr val="FBAE40"/>
          </p15:clr>
        </p15:guide>
        <p15:guide id="4" orient="horz" pos="412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8C30E-9F31-D8F5-1E4D-396AE47857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10896600" cy="338554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38C437B2-D94C-1848-2A24-39D1B91C9CA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08878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C0FA9B4-7015-F669-A684-04DBF3A802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10896600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77A3A7C-9EA1-F184-A7F0-65CDB16D77D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FC5FFC92-2965-BCAA-1CC8-1CF099E8A9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3632" y="1211252"/>
            <a:ext cx="10896600" cy="480060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1" i="0" kern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35240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60470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00" y="1968918"/>
            <a:ext cx="10869110" cy="203132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Sometimes You Want to Use a </a:t>
            </a:r>
            <a:br>
              <a:rPr lang="en-US"/>
            </a:br>
            <a:r>
              <a:rPr lang="en-US"/>
              <a:t>Subsection Divider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41C214B-0929-47F1-0881-0584DE92D4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3460" y="4784228"/>
            <a:ext cx="4757677" cy="492443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This slide can serve you well. It even has a space for a little something under the title.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0F545EE-05C3-C60B-A33C-54CA3165B8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460" y="107188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gradFill>
                  <a:gsLst>
                    <a:gs pos="0">
                      <a:srgbClr val="00FFF0"/>
                    </a:gs>
                    <a:gs pos="44000">
                      <a:srgbClr val="00F6FF"/>
                    </a:gs>
                    <a:gs pos="75000">
                      <a:srgbClr val="B896FF"/>
                    </a:gs>
                  </a:gsLst>
                  <a:lin ang="1800000" scaled="0"/>
                </a:gra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8048DD2-9EC2-D0E6-390B-D6FEF7F7E0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460" y="1563803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6A3F60-C785-55F7-FFFA-6777E5B0CF19}"/>
              </a:ext>
            </a:extLst>
          </p:cNvPr>
          <p:cNvSpPr txBox="1"/>
          <p:nvPr userDrawn="1"/>
        </p:nvSpPr>
        <p:spPr>
          <a:xfrm>
            <a:off x="905069" y="647544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5730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_Text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AB310E8-6618-FE08-E6DC-00BA11F812CC}"/>
              </a:ext>
            </a:extLst>
          </p:cNvPr>
          <p:cNvSpPr/>
          <p:nvPr userDrawn="1"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FBFAFA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rgbClr val="FBFAFA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540" y="1739153"/>
            <a:ext cx="5333999" cy="276998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Have a Big Thought That is Paired…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34201" y="1981200"/>
            <a:ext cx="4610100" cy="243938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400"/>
              </a:lnSpc>
              <a:defRPr sz="16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With a lot of supporting details.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Ut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exerci</a:t>
            </a:r>
            <a:r>
              <a:rPr lang="en-US"/>
              <a:t> </a:t>
            </a:r>
            <a:r>
              <a:rPr lang="en-US" err="1"/>
              <a:t>tation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DF0B1-39A8-66D2-5901-784B6426A5BC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3F04122-42C2-36BC-47CE-0B679AD5BEF4}"/>
              </a:ext>
            </a:extLst>
          </p:cNvPr>
          <p:cNvSpPr txBox="1">
            <a:spLocks/>
          </p:cNvSpPr>
          <p:nvPr userDrawn="1"/>
        </p:nvSpPr>
        <p:spPr>
          <a:xfrm>
            <a:off x="1135279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8B58A26-A489-E0C7-76A6-353A0E98D08D}"/>
              </a:ext>
            </a:extLst>
          </p:cNvPr>
          <p:cNvSpPr txBox="1">
            <a:spLocks/>
          </p:cNvSpPr>
          <p:nvPr userDrawn="1"/>
        </p:nvSpPr>
        <p:spPr>
          <a:xfrm>
            <a:off x="633632" y="722842"/>
            <a:ext cx="5341718" cy="3439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Title Goes Here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24550C39-4E9B-6498-10DD-2EE07D46927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953352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_Text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3295A6AC-FD32-C87C-6A0D-33F65D81BF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713" y="1739153"/>
            <a:ext cx="5333999" cy="276998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When You Have a Big Thought That is Paired…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34201" y="1981200"/>
            <a:ext cx="4610100" cy="243938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400"/>
              </a:lnSpc>
              <a:defRPr sz="1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With a lot of supporting details.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Ut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exerci</a:t>
            </a:r>
            <a:r>
              <a:rPr lang="en-US"/>
              <a:t> </a:t>
            </a:r>
            <a:r>
              <a:rPr lang="en-US" err="1"/>
              <a:t>tation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B35227-E4B8-E7D7-CFC8-BEC6F4696E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59128"/>
            <a:ext cx="495300" cy="182096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98434BA-C643-9226-9074-622A044FDF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0713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89EA330-0A46-587B-303A-AB92923709B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713" y="722843"/>
            <a:ext cx="3759901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200" b="1" i="0" spc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Title with Big and Little Type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313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2_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AB310E8-6618-FE08-E6DC-00BA11F812CC}"/>
              </a:ext>
            </a:extLst>
          </p:cNvPr>
          <p:cNvSpPr/>
          <p:nvPr userDrawn="1"/>
        </p:nvSpPr>
        <p:spPr bwMode="auto">
          <a:xfrm>
            <a:off x="4383741" y="0"/>
            <a:ext cx="7808259" cy="6858000"/>
          </a:xfrm>
          <a:prstGeom prst="rect">
            <a:avLst/>
          </a:prstGeom>
          <a:solidFill>
            <a:srgbClr val="FBFAFA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rgbClr val="FBFAFA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few sentences of type and supporting photos. </a:t>
            </a:r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47D220DB-753D-9009-E3B2-968BCB126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48600" y="948209"/>
            <a:ext cx="3695700" cy="4678080"/>
          </a:xfrm>
          <a:prstGeom prst="rect">
            <a:avLst/>
          </a:prstGeom>
        </p:spPr>
      </p:pic>
      <p:pic>
        <p:nvPicPr>
          <p:cNvPr id="6" name="Picture Placeholder 8">
            <a:extLst>
              <a:ext uri="{FF2B5EF4-FFF2-40B4-BE49-F238E27FC236}">
                <a16:creationId xmlns:a16="http://schemas.microsoft.com/office/drawing/2014/main" id="{93BAF3BA-506C-CEDE-31A8-0E2F7E862A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60594" y="948210"/>
            <a:ext cx="2705674" cy="21751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A3697B-75D8-F270-FA16-FF1CAED387BA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A88C32-A814-A30F-E410-D8FFB09D466B}"/>
              </a:ext>
            </a:extLst>
          </p:cNvPr>
          <p:cNvSpPr txBox="1">
            <a:spLocks/>
          </p:cNvSpPr>
          <p:nvPr userDrawn="1"/>
        </p:nvSpPr>
        <p:spPr>
          <a:xfrm>
            <a:off x="1135279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B55100E-75B5-2C7B-2A86-042FF5C3AF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611880" cy="343957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FFDB60C-4B68-3EAD-E6FA-B4039FD58A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832991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2_photos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few sentences of type and supporting photos. </a:t>
            </a:r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47D220DB-753D-9009-E3B2-968BCB126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48600" y="948209"/>
            <a:ext cx="3695700" cy="4678080"/>
          </a:xfrm>
          <a:prstGeom prst="rect">
            <a:avLst/>
          </a:prstGeom>
        </p:spPr>
      </p:pic>
      <p:pic>
        <p:nvPicPr>
          <p:cNvPr id="6" name="Picture Placeholder 8">
            <a:extLst>
              <a:ext uri="{FF2B5EF4-FFF2-40B4-BE49-F238E27FC236}">
                <a16:creationId xmlns:a16="http://schemas.microsoft.com/office/drawing/2014/main" id="{93BAF3BA-506C-CEDE-31A8-0E2F7E862A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60594" y="948210"/>
            <a:ext cx="2705674" cy="217516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627D40C-5450-0B96-10EC-7A6EB80673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611880" cy="343957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E4D7BC14-B8F4-8C70-3780-52E71B389E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529454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1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53C0E95-F19E-0ED7-FE2B-237DA02AA1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few sentences of type and supporting photos. </a:t>
            </a: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96A70B9E-D366-36CB-4835-845ACD985BF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067300" y="922229"/>
            <a:ext cx="6477000" cy="47104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DE52C79-B543-C221-B6BE-B72B78C481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611880" cy="343957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0A19AA13-C08A-D0E6-EC94-5A71061E59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427794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1_Photo_Bl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53C0E95-F19E-0ED7-FE2B-237DA02AA1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few sentences of type and supporting photos</a:t>
            </a: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96A70B9E-D366-36CB-4835-845ACD985BF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067300" y="922229"/>
            <a:ext cx="6477000" cy="47104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3930C0-6C91-A5B6-792F-04CF2D36D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611880" cy="343957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15DEBE63-B16C-3AD7-6270-ECA63D2CC6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7355403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_Larg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197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rgbClr val="000000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A4A0CF84-1941-A496-4DFE-6EDA7D9D7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3950" y="1762728"/>
            <a:ext cx="10248900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meaningful yet concise quote.”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F2F86F6-216C-D721-7244-AE3BBA0609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3950" y="4231608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36A723C-C15E-DD81-7189-CFA5D70243A9}"/>
              </a:ext>
            </a:extLst>
          </p:cNvPr>
          <p:cNvSpPr txBox="1">
            <a:spLocks/>
          </p:cNvSpPr>
          <p:nvPr userDrawn="1"/>
        </p:nvSpPr>
        <p:spPr>
          <a:xfrm>
            <a:off x="647700" y="1762728"/>
            <a:ext cx="45069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4199F3-8BE2-BBEA-427A-5AD0BBF888B3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BDB76AC-B244-C159-B205-D8B830CCA43A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921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1_Perso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D3CE1C1-8D34-F5FB-A65B-3074985EA7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3632" y="419100"/>
            <a:ext cx="34671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3632" y="948837"/>
            <a:ext cx="3467100" cy="118128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44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</a:t>
            </a:r>
          </a:p>
          <a:p>
            <a:pPr lvl="0"/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2916936"/>
            <a:ext cx="4648200" cy="254807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2406797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13F3B94-3699-B384-69C0-18FFCB0A6F0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092952" y="0"/>
            <a:ext cx="6099048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F093B7-84AC-4D63-2502-6D71BFDF8DB8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F95B6-7091-82B3-BCAB-D9319A03C7CC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3967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1_Person_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D3CE1C1-8D34-F5FB-A65B-3074985EA7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3632" y="419100"/>
            <a:ext cx="34671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2916936"/>
            <a:ext cx="4648200" cy="254807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13F3B94-3699-B384-69C0-18FFCB0A6F0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092952" y="0"/>
            <a:ext cx="6099048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F33CF80-FFEB-A0A3-96C3-70C36A76E51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3632" y="948837"/>
            <a:ext cx="3467100" cy="118128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4400" b="0" i="0" spc="0">
                <a:gradFill>
                  <a:gsLst>
                    <a:gs pos="0">
                      <a:srgbClr val="00F6FF"/>
                    </a:gs>
                    <a:gs pos="57000">
                      <a:srgbClr val="00FFF0"/>
                    </a:gs>
                    <a:gs pos="100000">
                      <a:srgbClr val="B896FF"/>
                    </a:gs>
                  </a:gsLst>
                  <a:lin ang="360000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</a:t>
            </a:r>
          </a:p>
          <a:p>
            <a:pPr lvl="0"/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A8993B1-0A80-3A00-9ABA-D943C84F948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2406797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EB0807-0658-010A-4800-47A758C6FB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BD8A55-0F08-8A7E-D808-C2A3A3FF7E91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2F63EE3-B677-73F5-4D60-6EEFC0FE2006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8572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2_Peopl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700" y="38818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45337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C498510-4A43-03CD-36C1-2A8353B4C50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43700" y="38818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A836C28-DF9E-9EF6-F137-8474B6C084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43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A7FE39D-9B2F-3A82-4481-DEBB420622E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43700" y="45337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8A42E0B9-1EB1-1EAF-142C-C1A8686CF7F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99B77B-934C-404B-9904-C2D7E70C8905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1BBAC43-9697-89D1-1C2F-02929E0454D3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97548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2_People_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A836C28-DF9E-9EF6-F137-8474B6C084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43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8A42E0B9-1EB1-1EAF-142C-C1A8686CF7F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5AE9A1E-2209-0966-CD00-6DBDADBB195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700" y="38691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gradFill>
                  <a:gsLst>
                    <a:gs pos="0">
                      <a:srgbClr val="00F6FF"/>
                    </a:gs>
                    <a:gs pos="64000">
                      <a:srgbClr val="00FFF0"/>
                    </a:gs>
                    <a:gs pos="98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70C6AC1-AA2F-89B9-2D44-315F603238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45210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29FB170-8BDC-CF05-AC75-D03AEB22285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43700" y="38691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gradFill>
                  <a:gsLst>
                    <a:gs pos="0">
                      <a:srgbClr val="00F6FF"/>
                    </a:gs>
                    <a:gs pos="64000">
                      <a:srgbClr val="00FFF0"/>
                    </a:gs>
                    <a:gs pos="98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A3F46C9-B563-1ABE-3DDB-DDB91319FFB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43700" y="45210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903792-0661-4AB0-55E4-3A640B87ED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8702D3-DFB2-CABB-A601-21371216F8D5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878B45B-DA79-15A1-EC93-AADC579ADA4C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2773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3_Peopl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7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477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C1C1359-8F08-C0F3-2D34-47EA322BD2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CF16E01-7092-EE1E-8080-DCF72DAA24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942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CA67D79-120D-160C-DD3C-77D27D493F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942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BF8ECD0-B431-B638-27D5-32D70A5C2A1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3942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6E89CDA-AA89-1D71-39FA-7994E05AE92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942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B3BDFDF-6AC9-EF9C-D008-AB293FA5AAC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280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AF6F850E-875C-CE1C-C696-B9119881C1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280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EE0176D5-725E-3E5F-2AB8-0A9D56960DE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280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6A11A961-3944-A416-6D0E-F19285260E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280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1ABE214-CBB4-3A34-095A-0370A5C4AF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419100"/>
            <a:ext cx="34671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FF2075-AD33-0E1E-1658-146B3E4E2FCC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040519E-0144-D61F-8E0C-52A5A9F6F1D7}"/>
              </a:ext>
            </a:extLst>
          </p:cNvPr>
          <p:cNvSpPr txBox="1">
            <a:spLocks/>
          </p:cNvSpPr>
          <p:nvPr userDrawn="1"/>
        </p:nvSpPr>
        <p:spPr>
          <a:xfrm>
            <a:off x="113290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8568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3_People_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7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 flip="none" rotWithShape="1"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99000">
                      <a:srgbClr val="B896FF"/>
                    </a:gs>
                  </a:gsLst>
                  <a:lin ang="0" scaled="1"/>
                  <a:tileRect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477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C1C1359-8F08-C0F3-2D34-47EA322BD2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CF16E01-7092-EE1E-8080-DCF72DAA24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942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99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CA67D79-120D-160C-DD3C-77D27D493F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942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BF8ECD0-B431-B638-27D5-32D70A5C2A1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3942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6E89CDA-AA89-1D71-39FA-7994E05AE92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942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B3BDFDF-6AC9-EF9C-D008-AB293FA5AAC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280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99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AF6F850E-875C-CE1C-C696-B9119881C1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280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EE0176D5-725E-3E5F-2AB8-0A9D56960DE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280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6A11A961-3944-A416-6D0E-F19285260E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280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B18FCDA-6157-DD00-EDF9-0F787E8060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419100"/>
            <a:ext cx="34671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FD6A39-8EF9-9CA0-AA7E-45DB798A90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2309E2-3B1E-50D2-B2BC-867833D702DA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8E22721-BCDB-A1E7-59E5-A4DE62992615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4726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Large_Blac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333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A4A0CF84-1941-A496-4DFE-6EDA7D9D7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3950" y="1762728"/>
            <a:ext cx="10248900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meaningful yet concise quote.”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F2F86F6-216C-D721-7244-AE3BBA0609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3950" y="4231608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36A723C-C15E-DD81-7189-CFA5D70243A9}"/>
              </a:ext>
            </a:extLst>
          </p:cNvPr>
          <p:cNvSpPr txBox="1">
            <a:spLocks/>
          </p:cNvSpPr>
          <p:nvPr userDrawn="1"/>
        </p:nvSpPr>
        <p:spPr>
          <a:xfrm>
            <a:off x="647700" y="1762728"/>
            <a:ext cx="45069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4690096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Large_Black_Blu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197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A4A0CF84-1941-A496-4DFE-6EDA7D9D7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3950" y="1762728"/>
            <a:ext cx="10248900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meaningful yet concise quote.”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F2F86F6-216C-D721-7244-AE3BBA0609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3950" y="4231608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36A723C-C15E-DD81-7189-CFA5D70243A9}"/>
              </a:ext>
            </a:extLst>
          </p:cNvPr>
          <p:cNvSpPr txBox="1">
            <a:spLocks/>
          </p:cNvSpPr>
          <p:nvPr userDrawn="1"/>
        </p:nvSpPr>
        <p:spPr>
          <a:xfrm>
            <a:off x="647700" y="1762728"/>
            <a:ext cx="45069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accent2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3039575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+Imag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DEA029-C2BF-93AE-56B7-39E611F58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E4D0B811-ED8A-9D55-BC17-49A339380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1684" y="1455006"/>
            <a:ext cx="6452616" cy="221599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600" b="1" i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slightly longer quote. Sometimes you need to add a slightly longer quote.”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15767D7-CA92-A238-92D2-5F669365D4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1683" y="4434840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93D416F1-8A75-DCD6-2A1A-B16BE09ABC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34347" y="1562100"/>
            <a:ext cx="3726051" cy="4100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8EB1EBBF-7474-72D1-50C0-54A45DCBFB2E}"/>
              </a:ext>
            </a:extLst>
          </p:cNvPr>
          <p:cNvSpPr txBox="1">
            <a:spLocks/>
          </p:cNvSpPr>
          <p:nvPr userDrawn="1"/>
        </p:nvSpPr>
        <p:spPr>
          <a:xfrm>
            <a:off x="4772719" y="1455006"/>
            <a:ext cx="294582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rgbClr val="000000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6F9EF5-29E8-93D3-E218-354474130A6A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E1A170-BC35-F789-C222-B52ABECE94F7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FEC108-AFBF-BADD-5D48-8FC6C3718F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197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tx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3276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+Image_Blac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8122" y="420624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E4D0B811-ED8A-9D55-BC17-49A339380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1684" y="1455006"/>
            <a:ext cx="6452616" cy="221599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slightly longer quote. Sometimes you need to add a slightly longer quote.”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15767D7-CA92-A238-92D2-5F669365D4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1683" y="4434840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93D416F1-8A75-DCD6-2A1A-B16BE09ABC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34347" y="1562100"/>
            <a:ext cx="3726051" cy="4100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8EB1EBBF-7474-72D1-50C0-54A45DCBFB2E}"/>
              </a:ext>
            </a:extLst>
          </p:cNvPr>
          <p:cNvSpPr txBox="1">
            <a:spLocks/>
          </p:cNvSpPr>
          <p:nvPr userDrawn="1"/>
        </p:nvSpPr>
        <p:spPr>
          <a:xfrm>
            <a:off x="4772719" y="1455006"/>
            <a:ext cx="294582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rgbClr val="000000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7749700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+Image_Black_Blu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8122" y="420624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E4D0B811-ED8A-9D55-BC17-49A339380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1684" y="1455006"/>
            <a:ext cx="6452616" cy="221599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slightly longer quote. Sometimes you need to add a slightly longer quote.”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15767D7-CA92-A238-92D2-5F669365D4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1683" y="4434840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93D416F1-8A75-DCD6-2A1A-B16BE09ABC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34347" y="1562100"/>
            <a:ext cx="3726051" cy="4100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8EB1EBBF-7474-72D1-50C0-54A45DCBFB2E}"/>
              </a:ext>
            </a:extLst>
          </p:cNvPr>
          <p:cNvSpPr txBox="1">
            <a:spLocks/>
          </p:cNvSpPr>
          <p:nvPr userDrawn="1"/>
        </p:nvSpPr>
        <p:spPr>
          <a:xfrm>
            <a:off x="4772719" y="1455006"/>
            <a:ext cx="294582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rgbClr val="000000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492201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mal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455701-65C9-97B2-64E0-82F53FA3775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14501"/>
            <a:ext cx="10896600" cy="480060"/>
          </a:xfrm>
          <a:prstGeom prst="rect">
            <a:avLst/>
          </a:prstGeom>
        </p:spPr>
        <p:txBody>
          <a:bodyPr/>
          <a:lstStyle>
            <a:lvl1pPr>
              <a:defRPr sz="18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F93B36D-BA2E-1899-D9F4-FEAD1083B61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632" y="2252472"/>
            <a:ext cx="10896600" cy="1136904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bunch of type and don’t want to try too hard. Lorem ipsum diam fames </a:t>
            </a:r>
            <a:r>
              <a:rPr lang="en-US" err="1"/>
              <a:t>augue</a:t>
            </a:r>
            <a:r>
              <a:rPr lang="en-US"/>
              <a:t> in </a:t>
            </a:r>
            <a:r>
              <a:rPr lang="en-US" err="1"/>
              <a:t>habitasse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porta,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vestibulum </a:t>
            </a:r>
            <a:r>
              <a:rPr lang="en-US" err="1"/>
              <a:t>eu</a:t>
            </a:r>
            <a:r>
              <a:rPr lang="en-US"/>
              <a:t> ac integer, </a:t>
            </a:r>
            <a:r>
              <a:rPr lang="en-US" err="1"/>
              <a:t>tellus</a:t>
            </a:r>
            <a:r>
              <a:rPr lang="en-US"/>
              <a:t> pharetra </a:t>
            </a:r>
            <a:r>
              <a:rPr lang="en-US" err="1"/>
              <a:t>dictumst</a:t>
            </a:r>
            <a:r>
              <a:rPr lang="en-US"/>
              <a:t>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condimentum</a:t>
            </a:r>
            <a:r>
              <a:rPr lang="en-US"/>
              <a:t> ad </a:t>
            </a:r>
            <a:r>
              <a:rPr lang="en-US" err="1"/>
              <a:t>facilisis</a:t>
            </a:r>
            <a:r>
              <a:rPr lang="en-US"/>
              <a:t>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7BD50B6-BCAD-6C1D-94E4-391D6EFEDE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68B922CD-AA98-19C2-F226-24D0CD58A7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5982113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-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959DAE7-B533-7C26-06A9-299565EE084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632" y="1448687"/>
            <a:ext cx="10877993" cy="480060"/>
          </a:xfrm>
          <a:prstGeom prst="rect">
            <a:avLst/>
          </a:prstGeom>
        </p:spPr>
        <p:txBody>
          <a:bodyPr/>
          <a:lstStyle>
            <a:lvl1pPr>
              <a:defRPr sz="18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AC9E8CA-88FF-A7D0-4471-3E5178A6D7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C5A5532C-1A44-601F-63DE-35FE9E5CCF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836754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F0AAB83-32F0-44B8-4EEF-5A03F77A7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2698291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52600"/>
            <a:ext cx="4648200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porta.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D5963C9-D5D1-84E3-AF7B-5BFA6D21DC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72784" y="2698291"/>
            <a:ext cx="4648200" cy="177862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205CA7F-D6DB-04A0-EA4C-4787388D35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2784" y="1752600"/>
            <a:ext cx="4648200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148D1E8-D0B5-5F4B-AE07-155B7CAD85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3789B724-DDDF-4B41-E38D-8AA4A3E54FE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364899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ubsection_Divider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F0AAB83-32F0-44B8-4EEF-5A03F77A7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9369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1F377A5-B459-0F7C-7F34-FEF9D761520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9369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FE36997-E074-D0DA-66D5-F4724D23BF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5035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63741EA-6845-0A00-EAE0-5F35986A0EC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5035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9C198DC-372C-F60D-2583-3EEDD5323B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8380D62-CB6C-B373-E0E2-D002F4BD4CC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242927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+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F0AAB83-32F0-44B8-4EEF-5A03F77A7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4671155"/>
            <a:ext cx="3346076" cy="152214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388052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4DF3F84-AB7D-CCBF-CE9C-8622CDB3301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3632" y="1726692"/>
            <a:ext cx="3361476" cy="19171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5B9E3B6-606B-4386-3178-88031FBF911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95217" y="4671155"/>
            <a:ext cx="3346076" cy="152214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3A954E-DE2D-00F0-C4ED-0008C326EC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395217" y="388052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197F8596-9B60-0E1E-695B-F159BEA9E3D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395216" y="1726692"/>
            <a:ext cx="3361476" cy="19171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BB6C83D-C556-0782-5061-97C7DD672F2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41209" y="4671155"/>
            <a:ext cx="3346076" cy="152214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4D25C29-AD3E-1278-B083-FCE0D454015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41209" y="388052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66AB8C86-9C9A-0BF1-5545-731713F1DF9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141208" y="1726692"/>
            <a:ext cx="3361476" cy="19171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4A73F49-D1D2-3CD7-931A-C196B52C79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851B6335-94C2-4FFE-338B-28D29593A57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18547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ubsection_Divider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9369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1F377A5-B459-0F7C-7F34-FEF9D761520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9369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FE36997-E074-D0DA-66D5-F4724D23BF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5035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63741EA-6845-0A00-EAE0-5F35986A0EC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5035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CA9DA82-9FD9-26A5-10CB-6B8054B04BB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3632" y="2682874"/>
            <a:ext cx="3363468" cy="303517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2B70457-B389-D08A-D7A4-A322C74C9D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E35E41E-9E5E-2B45-2AC0-EB66F1702EC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09876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632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1E07365-191F-2AEF-D8B3-0E6070334B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53384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13B958-0014-5BD7-06FC-5AD3F29668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53384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0338E16-D20C-B7FA-8AC3-9C439351E1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72784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6B141DB-BB5A-9CCF-6E8E-737B235FA2D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72784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A66D88E-80F4-1365-4E17-69F78707BE4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55608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DAFD4C9-E6EA-68B1-AE47-8BEF8A00F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055608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7CED83E-2EFF-B95A-4339-1971DE1A2C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4163DC51-3FE7-871F-8D9B-C299CFC5F28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80214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1757" y="3162245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1757" y="3892444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CA9DA82-9FD9-26A5-10CB-6B8054B04BB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1757" y="1491333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1E07365-191F-2AEF-D8B3-0E6070334B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41509" y="3162245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13B958-0014-5BD7-06FC-5AD3F29668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41509" y="3892444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5D3BEB48-F134-5C30-6B6D-9CE9C41CC7F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441509" y="1491333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0338E16-D20C-B7FA-8AC3-9C439351E1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37159" y="3162245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6B141DB-BB5A-9CCF-6E8E-737B235FA2D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37159" y="3892444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BA6217C-C15D-5705-1523-51C7EE9D274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237159" y="1491333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A66D88E-80F4-1365-4E17-69F78707BE4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55608" y="3162245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DAFD4C9-E6EA-68B1-AE47-8BEF8A00F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055608" y="3892444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FD9B17-7D3A-73D7-A51D-A3A5FF8DA3BC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9055608" y="1491333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9BFC9F-EE6C-AEB4-97F1-A5CE2C4BA2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F7669829-F3A9-621E-9905-791E46E27BD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7914803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varied_bl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Purple Blur&#10;">
            <a:extLst>
              <a:ext uri="{FF2B5EF4-FFF2-40B4-BE49-F238E27FC236}">
                <a16:creationId xmlns:a16="http://schemas.microsoft.com/office/drawing/2014/main" id="{20858E9A-CB5D-190B-E115-D040F11CFF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560136"/>
            <a:ext cx="1488559" cy="2713074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700596"/>
            <a:ext cx="2616200" cy="26050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28666" y="1286134"/>
            <a:ext cx="3923414" cy="43703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D0AD93E-4D95-4081-4F15-A8D7B51D25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64546" y="2179896"/>
            <a:ext cx="2179638" cy="26146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56651" y="1775084"/>
            <a:ext cx="2835349" cy="3413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21" name="Picture 20" descr="Purple blur&#10;">
            <a:extLst>
              <a:ext uri="{FF2B5EF4-FFF2-40B4-BE49-F238E27FC236}">
                <a16:creationId xmlns:a16="http://schemas.microsoft.com/office/drawing/2014/main" id="{FC072D8F-9413-C0EE-DD0E-94A9EA142E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9200" y="0"/>
            <a:ext cx="1260401" cy="126040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D6477BC-51B4-390A-0147-95CB7052C8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15F930C-ED21-E214-FA54-5737DC24138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261191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vari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700596"/>
            <a:ext cx="2616200" cy="26050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28666" y="1286134"/>
            <a:ext cx="3923414" cy="43703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D0AD93E-4D95-4081-4F15-A8D7B51D25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64546" y="2179896"/>
            <a:ext cx="2179638" cy="26146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56651" y="1775084"/>
            <a:ext cx="2835349" cy="3413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75F403F-1791-E454-1EF7-19537E5F09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D955803-2C5C-0B5F-11E5-5F0FBB37EAD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4409169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49015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36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36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27EC50B-97F1-95B1-1645-215DA9E1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31287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DB968DD-CEBD-F381-301F-90981E0D721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31287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098032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55DC887-581D-F1A6-AE8A-07BF09DACBF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147048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515863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515863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603488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03488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665614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B84B59E6-DB3C-524C-C721-DF0AEF48CED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22920" y="1"/>
            <a:ext cx="406908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1"/>
            <a:ext cx="406908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D40E92CB-4429-D81E-AE0E-74FA641AF1D7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061460" y="1"/>
            <a:ext cx="406908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36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36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A1F11A-7C19-9AF1-8D46-17DC6138F66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584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210FF0E1-8D9D-EEE3-60BA-CF73F351DF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584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565875D-645C-4E8A-84A9-85DA3A7C6D3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4970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206FED9F-44EA-A943-059C-C15E1B5FC86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4970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6611826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-1" y="1"/>
            <a:ext cx="611293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C7F119B1-945E-DB84-8CCC-48ECFF66E18A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079067" y="1"/>
            <a:ext cx="611293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8D26C75-51C3-5A6C-E9B2-8C5ED2E7DC3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43701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CE14F46-9EA2-9FF5-00DF-32589A51A58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43701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7638382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49015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8232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8232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27EC50B-97F1-95B1-1645-215DA9E1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1630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DB968DD-CEBD-F381-301F-90981E0D721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1630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098032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55DC887-581D-F1A6-AE8A-07BF09DACBF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147048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454013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454013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45515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5515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42550254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12">
            <a:extLst>
              <a:ext uri="{FF2B5EF4-FFF2-40B4-BE49-F238E27FC236}">
                <a16:creationId xmlns:a16="http://schemas.microsoft.com/office/drawing/2014/main" id="{8CEB80F1-2238-7003-E60A-777E8870D8CA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22920" y="1"/>
            <a:ext cx="4069080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Picture Placeholder 12">
            <a:extLst>
              <a:ext uri="{FF2B5EF4-FFF2-40B4-BE49-F238E27FC236}">
                <a16:creationId xmlns:a16="http://schemas.microsoft.com/office/drawing/2014/main" id="{081F6261-AB67-5FCE-B3A8-35604F14E2A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1"/>
            <a:ext cx="4069080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7" name="Picture Placeholder 12">
            <a:extLst>
              <a:ext uri="{FF2B5EF4-FFF2-40B4-BE49-F238E27FC236}">
                <a16:creationId xmlns:a16="http://schemas.microsoft.com/office/drawing/2014/main" id="{B960C74D-5AC8-20B0-B8EC-5A82F42EEBC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061460" y="1"/>
            <a:ext cx="4069080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1E694EF9-63E8-2DD1-855D-8226F0B9D7E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2582" y="5230368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0AC54D94-5550-35E2-9CBB-6380D1A0559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52582" y="5620940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1174A8AE-15FF-5BDD-7685-4FAF6EF23C5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767382" y="5233641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8D7025AF-5AD5-E053-39A9-A1C9947284B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67382" y="5620940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A5C5A44C-A29D-3C27-3B25-9F14C1ECA7B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05982" y="5233641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1BF15487-07BD-CB9A-E6A8-536C7BB5ED6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05982" y="5620940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3038937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-2" y="1"/>
            <a:ext cx="6117336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223588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610887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C7F119B1-945E-DB84-8CCC-48ECFF66E18A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079066" y="1"/>
            <a:ext cx="6117336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8D26C75-51C3-5A6C-E9B2-8C5ED2E7DC3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43701" y="5223588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CE14F46-9EA2-9FF5-00DF-32589A51A58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43701" y="5610887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88562683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1385887"/>
            <a:ext cx="3044952" cy="33432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49015" y="1"/>
            <a:ext cx="3044952" cy="397192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5642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5642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27EC50B-97F1-95B1-1645-215DA9E1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33267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DB968DD-CEBD-F381-301F-90981E0D721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733267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098032" y="1000125"/>
            <a:ext cx="3044952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55DC887-581D-F1A6-AE8A-07BF09DACBF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147048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817843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17843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905468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905468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33749459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414713" y="1"/>
            <a:ext cx="5372099" cy="397192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803132" y="1000125"/>
            <a:ext cx="3388868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6250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250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421751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21751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0892A38E-DB30-CF79-A5B5-0EC6FE038B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0" y="1000125"/>
            <a:ext cx="3388868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079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381500" y="0"/>
            <a:ext cx="7810500" cy="49445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881034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881034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0892A38E-DB30-CF79-A5B5-0EC6FE038B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0" y="915459"/>
            <a:ext cx="4381500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9307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55255" y="1819274"/>
            <a:ext cx="2616200" cy="26050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404812"/>
            <a:ext cx="3779476" cy="421005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D0AD93E-4D95-4081-4F15-A8D7B51D25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58363" y="1484311"/>
            <a:ext cx="2329046" cy="26146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47234" y="893762"/>
            <a:ext cx="2835349" cy="37211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9BD9240-DA34-2B4B-C18E-E31B5F3E26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7999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FFB4A-48ED-CC59-1A90-5722D0CADC6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57999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97C5544-D8B2-9AE0-9BC4-AF92DF9C6A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23233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4662A9F-9217-54A8-5072-93ABC9E8D41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23233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8473845-42B3-319E-BAD5-25FF29ECDA2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816979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087191E-6D99-69DB-18A5-0987DC62F1F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16979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1B4FCF2-6DDE-B735-E462-BA93B8E8456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753600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B0E7436-EC01-5BA6-ACB7-295FD0FD554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753600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51926663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614488"/>
            <a:ext cx="3357562" cy="280987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71874" y="404812"/>
            <a:ext cx="5100639" cy="421005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58250" y="893762"/>
            <a:ext cx="3333750" cy="35353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9BD9240-DA34-2B4B-C18E-E31B5F3E26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7999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FFB4A-48ED-CC59-1A90-5722D0CADC6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57999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97C5544-D8B2-9AE0-9BC4-AF92DF9C6A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86731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4662A9F-9217-54A8-5072-93ABC9E8D41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86731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1B4FCF2-6DDE-B735-E462-BA93B8E8456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4154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B0E7436-EC01-5BA6-ACB7-295FD0FD554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154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90178386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7248E6C1-AD8D-259C-5340-56A8EC44534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381500" y="419100"/>
            <a:ext cx="7810500" cy="43730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9A18AC36-E872-0FBB-CCDF-E7487C47BED8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0" y="915459"/>
            <a:ext cx="4114800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AD4E9A13-72EC-7795-6682-8E9D5F88478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1934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AE7E2F1-8A7E-2749-7C23-12A180BF0CB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51934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629CAEA-5BAE-C2BF-C737-48B738207AB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881034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58F9ED73-42C5-93DF-AE80-AD7C5AF1BD6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881034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7233316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6022081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2835445" y="3152602"/>
            <a:ext cx="6858002" cy="55279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C24334-259C-B34A-CF0B-6328CEB75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4EEC63-D2A6-A479-4356-E9E6BC1909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465115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B2245E5-D2EB-1450-FEC1-6BEFE1F76A4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465115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260820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9D76B9-5EAA-9E63-4059-21E83CD46A10}"/>
              </a:ext>
            </a:extLst>
          </p:cNvPr>
          <p:cNvSpPr/>
          <p:nvPr userDrawn="1"/>
        </p:nvSpPr>
        <p:spPr bwMode="auto">
          <a:xfrm>
            <a:off x="9753600" y="0"/>
            <a:ext cx="24384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2DA15A-8BB1-B824-E7EF-8D9046513FB2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9A158B8-5C5D-7C73-B048-F98B170D7851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6773BA-924B-BAC6-7D25-ED7A9338BD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839765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12B58C1F-15E1-403E-C8DD-FB7FA7791D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839765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3367182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43804D-BD14-08D3-2752-570DB2A13AC1}"/>
              </a:ext>
            </a:extLst>
          </p:cNvPr>
          <p:cNvSpPr/>
          <p:nvPr userDrawn="1"/>
        </p:nvSpPr>
        <p:spPr bwMode="auto">
          <a:xfrm>
            <a:off x="7848600" y="0"/>
            <a:ext cx="434826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3E35CB-4416-67B4-9A4B-0412315D4979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57818-3DD1-DA7E-0C01-8FA58F5B3AE9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3EB2ABD-8C1A-2F57-ED12-4A5372D242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6522818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CBC5A8B-D655-9D1E-4EAD-6B7EF3CBD7B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6522818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751340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802983"/>
            <a:ext cx="2213811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bg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2213811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bg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7D9537-B25D-7D96-9993-3FD73B2FDB2F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C1EAE48-670D-1E75-E1E5-6E8259532FEE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04B8001-80C4-3060-BD6B-437632BF7C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465115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73C2D60-2316-60E7-7382-870EBF68A7A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465115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22995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CF38BD-32C9-894D-AB81-415CC476EC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A8AE99-B517-8AEB-D5E4-B09D52CA25AF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20F32B-02B9-F0A1-D25E-DE2CDA7F43C0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1749E3-2785-6125-72F4-4CB2CF3888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465115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F8F30B81-156F-78DF-062D-E4DD7907F0C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465115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95498245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 userDrawn="1"/>
        </p:nvSpPr>
        <p:spPr bwMode="auto">
          <a:xfrm>
            <a:off x="4381500" y="0"/>
            <a:ext cx="781049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81500" y="0"/>
            <a:ext cx="7810500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76621A-DBD8-0204-830A-B611F2C50DB3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F4A5E9B-ED60-9026-0304-CC0E0C50B0BB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A259D8-8F7C-0047-F26B-69BFCE9B0D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477993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524263F-D90D-573F-672D-5622B33EAD0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3477993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366040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_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52DE14-65C1-7956-7013-27CD9E260F56}"/>
              </a:ext>
            </a:extLst>
          </p:cNvPr>
          <p:cNvSpPr/>
          <p:nvPr userDrawn="1"/>
        </p:nvSpPr>
        <p:spPr bwMode="auto">
          <a:xfrm>
            <a:off x="0" y="0"/>
            <a:ext cx="24384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9C365B7-BDA2-A1BA-99C3-FAE4F63E617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65652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9CE349-346A-D8D6-57AD-5723D88B67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851" y="6416865"/>
            <a:ext cx="488145" cy="17946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9E35029-5964-C030-FE93-F157EF1D672E}"/>
              </a:ext>
            </a:extLst>
          </p:cNvPr>
          <p:cNvSpPr txBox="1">
            <a:spLocks/>
          </p:cNvSpPr>
          <p:nvPr userDrawn="1"/>
        </p:nvSpPr>
        <p:spPr>
          <a:xfrm>
            <a:off x="4365652" y="1688770"/>
            <a:ext cx="3474720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2200" b="1" i="0" spc="0" dirty="0">
                <a:gradFill>
                  <a:gsLst>
                    <a:gs pos="0">
                      <a:schemeClr val="accent3"/>
                    </a:gs>
                    <a:gs pos="45000">
                      <a:schemeClr val="accent3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06057005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0" y="0"/>
            <a:ext cx="3429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E8FAB7B-4710-4747-B680-F6B4F0097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429000" y="0"/>
            <a:ext cx="8763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C0D0B5-8985-C0CF-E031-72C099F136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0" y="6416865"/>
            <a:ext cx="488145" cy="17946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44169FF-3519-85C9-0F2D-26C1E7EAB3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2618014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5E92AB95-E16F-C12B-B3CB-DCDED8BB72C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2618014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4431110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4354513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D0723C-92A3-529E-5B7C-80EDBC2622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0" y="6416865"/>
            <a:ext cx="488145" cy="17946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80312C7-4EE9-90CF-47E1-087BF0744B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3474720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B4920DC-0C83-DBD1-A7BA-450D741C9E1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47472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094071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_Mockup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CA393A3-BED5-A4B8-2CC9-68028E8F7DD4}"/>
              </a:ext>
            </a:extLst>
          </p:cNvPr>
          <p:cNvSpPr/>
          <p:nvPr userDrawn="1"/>
        </p:nvSpPr>
        <p:spPr bwMode="auto">
          <a:xfrm>
            <a:off x="0" y="0"/>
            <a:ext cx="715645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B52ADC-08BB-44B3-7F3D-505CD63B75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73605A9-1E62-45FD-73A7-1EA66A44C7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3474720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0308101-6824-4317-B732-39B094E4FA5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47472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8885966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FD4578C-8BBA-DD7F-1D7F-67C3334C400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33642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947453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5015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148705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977836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2B93596-9EFA-D1CF-1891-B79E8C1342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08594" y="1585875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For more information, contact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FDC7A20-9DDC-243D-12E0-D419647A67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08594" y="2359058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Name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BB83A-8F61-9449-F88A-D14428FB92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08594" y="2744373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Position title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28CEB9B-E281-2F84-4094-6D6C75AE16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08594" y="327345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Insert email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B5D4FBD-9119-A47E-823E-8468ED6CF4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08594" y="356038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+1 000 000 000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67B81F6-EE7E-69A9-E411-F7C5230340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08594" y="4117149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Address Line 1</a:t>
            </a:r>
          </a:p>
          <a:p>
            <a:r>
              <a:rPr lang="en-US"/>
              <a:t>Address Line 2</a:t>
            </a:r>
          </a:p>
          <a:p>
            <a:r>
              <a:rPr lang="en-US"/>
              <a:t>Zip Code</a:t>
            </a:r>
          </a:p>
          <a:p>
            <a:r>
              <a:rPr lang="en-US"/>
              <a:t>Country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7D40B0A2-8366-4164-6D42-A15D2F6F57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1353882"/>
            <a:ext cx="4220135" cy="110799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7200" b="0" i="0">
                <a:gradFill>
                  <a:gsLst>
                    <a:gs pos="0">
                      <a:srgbClr val="00F6FF"/>
                    </a:gs>
                    <a:gs pos="56000">
                      <a:srgbClr val="00FFF0"/>
                    </a:gs>
                    <a:gs pos="100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A2464A-FAB8-9787-5897-30B871357252}"/>
              </a:ext>
            </a:extLst>
          </p:cNvPr>
          <p:cNvCxnSpPr>
            <a:cxnSpLocks/>
          </p:cNvCxnSpPr>
          <p:nvPr userDrawn="1"/>
        </p:nvCxnSpPr>
        <p:spPr>
          <a:xfrm>
            <a:off x="6008594" y="1981200"/>
            <a:ext cx="624840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54425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C4526B2C-80FA-F150-338B-DB03C50733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1035424"/>
            <a:ext cx="4648200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7200" b="0">
                <a:gradFill>
                  <a:gsLst>
                    <a:gs pos="0">
                      <a:srgbClr val="00F6FF"/>
                    </a:gs>
                    <a:gs pos="56000">
                      <a:srgbClr val="00FFF0"/>
                    </a:gs>
                    <a:gs pos="100000">
                      <a:srgbClr val="B896FF"/>
                    </a:gs>
                  </a:gsLst>
                  <a:lin ang="0" scaled="0"/>
                </a:gradFill>
              </a:defRPr>
            </a:lvl1pPr>
          </a:lstStyle>
          <a:p>
            <a:pPr lvl="0"/>
            <a:r>
              <a:rPr lang="en-US"/>
              <a:t>Thank you!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AF9CC8A-BAB0-4529-6083-A3D7F01CE4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7700" y="2540616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For more information, contact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054708-622B-37B7-6E33-486A71C952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7700" y="3313799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Name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56D2A3F-CCA1-F399-D035-1BB32FED63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3672220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Position title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50C7B71-5C80-8C3A-B66C-42F7296EB9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7700" y="4201305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Insert email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BFDDCB6-69BB-2359-40AB-46BA1DA744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7700" y="4488235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+1 000 000 000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D16F9E7-5E17-1B62-F499-C761278885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7700" y="4897078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Address Line 1</a:t>
            </a:r>
          </a:p>
          <a:p>
            <a:r>
              <a:rPr lang="en-US"/>
              <a:t>Address Line 2</a:t>
            </a:r>
          </a:p>
          <a:p>
            <a:r>
              <a:rPr lang="en-US"/>
              <a:t>Zip Code</a:t>
            </a:r>
          </a:p>
          <a:p>
            <a:r>
              <a:rPr lang="en-US"/>
              <a:t>Country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FF80AE-E38B-EC18-E1B5-2B5AAE36C2F4}"/>
              </a:ext>
            </a:extLst>
          </p:cNvPr>
          <p:cNvCxnSpPr>
            <a:cxnSpLocks/>
          </p:cNvCxnSpPr>
          <p:nvPr userDrawn="1"/>
        </p:nvCxnSpPr>
        <p:spPr>
          <a:xfrm>
            <a:off x="647700" y="2935941"/>
            <a:ext cx="3534335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4452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_Photo_+_Caption_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50EF9F7-1BDD-C412-DA7B-D3D0D1ABA0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700" y="670773"/>
            <a:ext cx="10896600" cy="553952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C1B8CB-9FFB-8D0A-F788-18710501B096}"/>
              </a:ext>
            </a:extLst>
          </p:cNvPr>
          <p:cNvSpPr/>
          <p:nvPr userDrawn="1"/>
        </p:nvSpPr>
        <p:spPr bwMode="auto">
          <a:xfrm>
            <a:off x="0" y="2679405"/>
            <a:ext cx="4924396" cy="4178595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8E94620-1500-8D43-BD64-006D83AE4B8E}"/>
              </a:ext>
            </a:extLst>
          </p:cNvPr>
          <p:cNvSpPr/>
          <p:nvPr userDrawn="1"/>
        </p:nvSpPr>
        <p:spPr bwMode="auto">
          <a:xfrm>
            <a:off x="-2151983" y="5103629"/>
            <a:ext cx="3848986" cy="3848986"/>
          </a:xfrm>
          <a:prstGeom prst="ellipse">
            <a:avLst/>
          </a:prstGeom>
          <a:solidFill>
            <a:srgbClr val="8B97FF">
              <a:alpha val="65000"/>
            </a:srgbClr>
          </a:solidFill>
          <a:ln>
            <a:noFill/>
          </a:ln>
          <a:effectLst>
            <a:softEdge rad="805949"/>
          </a:effectLst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59C2A-0FC8-422F-92E4-B92935AAE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699" y="3809007"/>
            <a:ext cx="3722281" cy="116955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Caption with two or more lines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3428999"/>
            <a:ext cx="373291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1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PREHEADER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184CEF6B-33E9-BCE0-3818-CFEBB6352D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700" y="5438001"/>
            <a:ext cx="369038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2FADFE-CDC9-BCE0-575D-8C2B21EF5ECA}"/>
              </a:ext>
            </a:extLst>
          </p:cNvPr>
          <p:cNvSpPr txBox="1"/>
          <p:nvPr userDrawn="1"/>
        </p:nvSpPr>
        <p:spPr>
          <a:xfrm>
            <a:off x="2271713" y="-85725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FE3F6A-717B-D671-C21C-B99B4FB231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237004"/>
            <a:ext cx="495300" cy="1820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AA398A-2E47-0C00-F4A0-87498FC7BBC1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8E7F306-CD25-215E-BBB0-42720869F90C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1512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0713" y="717613"/>
            <a:ext cx="1096568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D14E4D-CAE3-3A0B-B3F8-465622E4D6E8}"/>
              </a:ext>
            </a:extLst>
          </p:cNvPr>
          <p:cNvPicPr>
            <a:picLocks noChangeAspect="1"/>
          </p:cNvPicPr>
          <p:nvPr userDrawn="1"/>
        </p:nvPicPr>
        <p:blipFill>
          <a:blip r:embed="rId7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6C1CD2-C3C3-99BC-1F71-5CF176EF164E}"/>
              </a:ext>
            </a:extLst>
          </p:cNvPr>
          <p:cNvSpPr txBox="1"/>
          <p:nvPr userDrawn="1"/>
        </p:nvSpPr>
        <p:spPr>
          <a:xfrm>
            <a:off x="-579120" y="459232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DDA9FD-D621-0134-9699-89AED709AC96}"/>
              </a:ext>
            </a:extLst>
          </p:cNvPr>
          <p:cNvSpPr txBox="1"/>
          <p:nvPr userDrawn="1"/>
        </p:nvSpPr>
        <p:spPr>
          <a:xfrm>
            <a:off x="4429760" y="-5384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D7453A-FF25-1748-B091-91F29105A245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3E5B4CB-0A41-3758-17D3-77CB4387DBAE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4283C5-7CEB-C3A6-3D15-0C58149D1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410" y="1581502"/>
            <a:ext cx="10948386" cy="462879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10756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800" r:id="rId2"/>
    <p:sldLayoutId id="2147483840" r:id="rId3"/>
    <p:sldLayoutId id="2147483733" r:id="rId4"/>
    <p:sldLayoutId id="2147483810" r:id="rId5"/>
    <p:sldLayoutId id="2147483796" r:id="rId6"/>
    <p:sldLayoutId id="2147483797" r:id="rId7"/>
    <p:sldLayoutId id="2147483818" r:id="rId8"/>
    <p:sldLayoutId id="2147483819" r:id="rId9"/>
    <p:sldLayoutId id="2147483890" r:id="rId10"/>
    <p:sldLayoutId id="2147483883" r:id="rId11"/>
    <p:sldLayoutId id="2147483884" r:id="rId12"/>
    <p:sldLayoutId id="2147483798" r:id="rId13"/>
    <p:sldLayoutId id="2147483803" r:id="rId14"/>
    <p:sldLayoutId id="2147483806" r:id="rId15"/>
    <p:sldLayoutId id="2147483812" r:id="rId16"/>
    <p:sldLayoutId id="2147483839" r:id="rId17"/>
    <p:sldLayoutId id="2147483838" r:id="rId18"/>
    <p:sldLayoutId id="2147483805" r:id="rId19"/>
    <p:sldLayoutId id="2147483813" r:id="rId20"/>
    <p:sldLayoutId id="2147483877" r:id="rId21"/>
    <p:sldLayoutId id="2147483878" r:id="rId22"/>
    <p:sldLayoutId id="2147483879" r:id="rId23"/>
    <p:sldLayoutId id="2147483880" r:id="rId24"/>
    <p:sldLayoutId id="2147483881" r:id="rId25"/>
    <p:sldLayoutId id="2147483882" r:id="rId26"/>
    <p:sldLayoutId id="2147483850" r:id="rId27"/>
    <p:sldLayoutId id="2147483861" r:id="rId28"/>
    <p:sldLayoutId id="2147483834" r:id="rId29"/>
    <p:sldLayoutId id="2147483849" r:id="rId30"/>
    <p:sldLayoutId id="2147483862" r:id="rId31"/>
    <p:sldLayoutId id="2147483833" r:id="rId32"/>
    <p:sldLayoutId id="2147483876" r:id="rId33"/>
    <p:sldLayoutId id="2147483826" r:id="rId34"/>
    <p:sldLayoutId id="2147483814" r:id="rId35"/>
    <p:sldLayoutId id="2147483824" r:id="rId36"/>
    <p:sldLayoutId id="2147483815" r:id="rId37"/>
    <p:sldLayoutId id="2147483825" r:id="rId38"/>
    <p:sldLayoutId id="2147483823" r:id="rId39"/>
    <p:sldLayoutId id="2147483829" r:id="rId40"/>
    <p:sldLayoutId id="2147483830" r:id="rId41"/>
    <p:sldLayoutId id="2147483863" r:id="rId42"/>
    <p:sldLayoutId id="2147483868" r:id="rId43"/>
    <p:sldLayoutId id="2147483872" r:id="rId44"/>
    <p:sldLayoutId id="2147483866" r:id="rId45"/>
    <p:sldLayoutId id="2147483869" r:id="rId46"/>
    <p:sldLayoutId id="2147483873" r:id="rId47"/>
    <p:sldLayoutId id="2147483867" r:id="rId48"/>
    <p:sldLayoutId id="2147483870" r:id="rId49"/>
    <p:sldLayoutId id="2147483874" r:id="rId50"/>
    <p:sldLayoutId id="2147483864" r:id="rId51"/>
    <p:sldLayoutId id="2147483875" r:id="rId52"/>
    <p:sldLayoutId id="2147483871" r:id="rId53"/>
    <p:sldLayoutId id="2147483885" r:id="rId54"/>
    <p:sldLayoutId id="2147483841" r:id="rId55"/>
    <p:sldLayoutId id="2147483842" r:id="rId56"/>
    <p:sldLayoutId id="2147483886" r:id="rId57"/>
    <p:sldLayoutId id="2147483843" r:id="rId58"/>
    <p:sldLayoutId id="2147483889" r:id="rId59"/>
    <p:sldLayoutId id="2147483848" r:id="rId60"/>
    <p:sldLayoutId id="2147483888" r:id="rId61"/>
    <p:sldLayoutId id="2147483887" r:id="rId62"/>
    <p:sldLayoutId id="2147483851" r:id="rId63"/>
    <p:sldLayoutId id="2147483856" r:id="rId64"/>
    <p:sldLayoutId id="2147483893" r:id="rId65"/>
    <p:sldLayoutId id="2147483891" r:id="rId66"/>
    <p:sldLayoutId id="2147483892" r:id="rId67"/>
    <p:sldLayoutId id="2147483860" r:id="rId68"/>
    <p:sldLayoutId id="2147483858" r:id="rId69"/>
    <p:sldLayoutId id="2147483859" r:id="rId70"/>
    <p:sldLayoutId id="2147483778" r:id="rId71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200" b="1" i="0" kern="1200" spc="0" dirty="0">
          <a:solidFill>
            <a:schemeClr val="bg1"/>
          </a:solidFill>
          <a:effectLst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lang="en-US" sz="1400" b="0" i="0" kern="1200" dirty="0">
          <a:solidFill>
            <a:schemeClr val="bg1"/>
          </a:solidFill>
          <a:latin typeface="Calibri"/>
          <a:ea typeface="Calibri" panose="020F0502020204030204" pitchFamily="34" charset="0"/>
          <a:cs typeface="Calibri" panose="020F0502020204030204" pitchFamily="34" charset="0"/>
        </a:defRPr>
      </a:lvl1pPr>
      <a:lvl2pPr marL="18288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bg1"/>
        </a:buClr>
        <a:buFont typeface="Arial" panose="020B0604020202020204" pitchFamily="34" charset="0"/>
        <a:buChar char="•"/>
        <a:defRPr lang="en-US" sz="1400" b="0" i="0" kern="1200" dirty="0">
          <a:solidFill>
            <a:schemeClr val="bg1"/>
          </a:solidFill>
          <a:latin typeface="Calibri"/>
          <a:ea typeface="Calibri" panose="020F0502020204030204" pitchFamily="34" charset="0"/>
          <a:cs typeface="Calibri" panose="020F0502020204030204" pitchFamily="34" charset="0"/>
        </a:defRPr>
      </a:lvl2pPr>
      <a:lvl3pPr marL="36576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bg1"/>
        </a:buClr>
        <a:buFont typeface="Courier New" panose="02070309020205020404" pitchFamily="49" charset="0"/>
        <a:buChar char="o"/>
        <a:defRPr lang="en-US" sz="1200" b="0" i="0" kern="1200" dirty="0">
          <a:solidFill>
            <a:schemeClr val="bg1"/>
          </a:solidFill>
          <a:latin typeface="Calibri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lang="en-US" sz="1200" b="0" i="0" kern="1200" dirty="0">
          <a:solidFill>
            <a:schemeClr val="bg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lang="en-US" sz="1200" b="0" i="0" kern="1200" dirty="0">
          <a:solidFill>
            <a:schemeClr val="bg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1" userDrawn="1">
          <p15:clr>
            <a:srgbClr val="F26B43"/>
          </p15:clr>
        </p15:guide>
        <p15:guide id="3" pos="7301" userDrawn="1">
          <p15:clr>
            <a:srgbClr val="F26B43"/>
          </p15:clr>
        </p15:guide>
        <p15:guide id="12" orient="horz" pos="3912" userDrawn="1">
          <p15:clr>
            <a:srgbClr val="F26B43"/>
          </p15:clr>
        </p15:guide>
        <p15:guide id="13" pos="826" userDrawn="1">
          <p15:clr>
            <a:srgbClr val="F26B43"/>
          </p15:clr>
        </p15:guide>
        <p15:guide id="14" pos="981" userDrawn="1">
          <p15:clr>
            <a:srgbClr val="F26B43"/>
          </p15:clr>
        </p15:guide>
        <p15:guide id="15" pos="1392" userDrawn="1">
          <p15:clr>
            <a:srgbClr val="F26B43"/>
          </p15:clr>
        </p15:guide>
        <p15:guide id="16" pos="1536" userDrawn="1">
          <p15:clr>
            <a:srgbClr val="F26B43"/>
          </p15:clr>
        </p15:guide>
        <p15:guide id="17" pos="2000" userDrawn="1">
          <p15:clr>
            <a:srgbClr val="F26B43"/>
          </p15:clr>
        </p15:guide>
        <p15:guide id="18" pos="2152" userDrawn="1">
          <p15:clr>
            <a:srgbClr val="F26B43"/>
          </p15:clr>
        </p15:guide>
        <p15:guide id="19" pos="2590" userDrawn="1">
          <p15:clr>
            <a:srgbClr val="F26B43"/>
          </p15:clr>
        </p15:guide>
        <p15:guide id="20" pos="2743" userDrawn="1">
          <p15:clr>
            <a:srgbClr val="F26B43"/>
          </p15:clr>
        </p15:guide>
        <p15:guide id="21" pos="3182" userDrawn="1">
          <p15:clr>
            <a:srgbClr val="F26B43"/>
          </p15:clr>
        </p15:guide>
        <p15:guide id="22" pos="3329" userDrawn="1">
          <p15:clr>
            <a:srgbClr val="F26B43"/>
          </p15:clr>
        </p15:guide>
        <p15:guide id="23" pos="3764" userDrawn="1">
          <p15:clr>
            <a:srgbClr val="F26B43"/>
          </p15:clr>
        </p15:guide>
        <p15:guide id="24" pos="3916" userDrawn="1">
          <p15:clr>
            <a:srgbClr val="F26B43"/>
          </p15:clr>
        </p15:guide>
        <p15:guide id="25" pos="4353" userDrawn="1">
          <p15:clr>
            <a:srgbClr val="F26B43"/>
          </p15:clr>
        </p15:guide>
        <p15:guide id="26" pos="4508" userDrawn="1">
          <p15:clr>
            <a:srgbClr val="F26B43"/>
          </p15:clr>
        </p15:guide>
        <p15:guide id="27" pos="4950" userDrawn="1">
          <p15:clr>
            <a:srgbClr val="F26B43"/>
          </p15:clr>
        </p15:guide>
        <p15:guide id="28" pos="5100" userDrawn="1">
          <p15:clr>
            <a:srgbClr val="F26B43"/>
          </p15:clr>
        </p15:guide>
        <p15:guide id="29" pos="5536" userDrawn="1">
          <p15:clr>
            <a:srgbClr val="F26B43"/>
          </p15:clr>
        </p15:guide>
        <p15:guide id="30" pos="5689" userDrawn="1">
          <p15:clr>
            <a:srgbClr val="F26B43"/>
          </p15:clr>
        </p15:guide>
        <p15:guide id="31" pos="6123" userDrawn="1">
          <p15:clr>
            <a:srgbClr val="F26B43"/>
          </p15:clr>
        </p15:guide>
        <p15:guide id="32" pos="6278" userDrawn="1">
          <p15:clr>
            <a:srgbClr val="F26B43"/>
          </p15:clr>
        </p15:guide>
        <p15:guide id="33" pos="6712" userDrawn="1">
          <p15:clr>
            <a:srgbClr val="F26B43"/>
          </p15:clr>
        </p15:guide>
        <p15:guide id="34" pos="6865" userDrawn="1">
          <p15:clr>
            <a:srgbClr val="F26B43"/>
          </p15:clr>
        </p15:guide>
        <p15:guide id="35" orient="horz" pos="984" userDrawn="1">
          <p15:clr>
            <a:srgbClr val="F26B43"/>
          </p15:clr>
        </p15:guide>
        <p15:guide id="36" orient="horz" pos="4128" userDrawn="1">
          <p15:clr>
            <a:srgbClr val="F26B43"/>
          </p15:clr>
        </p15:guide>
        <p15:guide id="37" orient="horz" pos="1080" userDrawn="1">
          <p15:clr>
            <a:srgbClr val="F26B43"/>
          </p15:clr>
        </p15:guide>
        <p15:guide id="38" orient="horz" pos="1248" userDrawn="1">
          <p15:clr>
            <a:srgbClr val="F26B43"/>
          </p15:clr>
        </p15:guide>
        <p15:guide id="39" orient="horz" pos="672" userDrawn="1">
          <p15:clr>
            <a:srgbClr val="F26B43"/>
          </p15:clr>
        </p15:guide>
        <p15:guide id="40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owasp.org/www-project-top-ten/" TargetMode="External"/><Relationship Id="rId3" Type="http://schemas.openxmlformats.org/officeDocument/2006/relationships/hyperlink" Target="https://developer.mozilla.org/en-US/docs/Web/API/Web_Storage_API" TargetMode="External"/><Relationship Id="rId7" Type="http://schemas.openxmlformats.org/officeDocument/2006/relationships/hyperlink" Target="https://owasp.org/www-community/attacks/csrf" TargetMode="External"/><Relationship Id="rId2" Type="http://schemas.openxmlformats.org/officeDocument/2006/relationships/hyperlink" Target="https://developer.mozilla.org/en-US/docs/Web/API/Document/cookie" TargetMode="Externa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www.npmjs.com/package/dotenv" TargetMode="External"/><Relationship Id="rId5" Type="http://schemas.openxmlformats.org/officeDocument/2006/relationships/hyperlink" Target="https://jwt.io/introduction" TargetMode="External"/><Relationship Id="rId4" Type="http://schemas.openxmlformats.org/officeDocument/2006/relationships/hyperlink" Target="https://cheatsheetseries.owasp.org/cheatsheets/HTML5_Security_Cheat_Sheet.html#local-storage" TargetMode="External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owasp.org/www-project-top-ten/" TargetMode="Externa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D7FC0CD-D28C-B94E-38C8-21950A2FF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hu-HU" dirty="0"/>
              <a:t>1st of APRIL</a:t>
            </a:r>
            <a:r>
              <a:rPr lang="en-US" dirty="0"/>
              <a:t> 202</a:t>
            </a:r>
            <a:r>
              <a:rPr lang="hu-HU" dirty="0"/>
              <a:t>5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21E964-B058-A798-23EB-88D688489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EPAM Proprietary &amp; Confidential.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0FBFF413-9C9D-6973-5C8C-00B6CB14D6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823" y="1641238"/>
            <a:ext cx="10169829" cy="2111091"/>
          </a:xfrm>
        </p:spPr>
        <p:txBody>
          <a:bodyPr/>
          <a:lstStyle/>
          <a:p>
            <a:r>
              <a:rPr lang="hu-HU" dirty="0" err="1"/>
              <a:t>Security</a:t>
            </a:r>
            <a:r>
              <a:rPr lang="hu-HU" dirty="0"/>
              <a:t> </a:t>
            </a:r>
            <a:r>
              <a:rPr lang="hu-HU" dirty="0" err="1"/>
              <a:t>Related</a:t>
            </a:r>
            <a:r>
              <a:rPr lang="hu-HU" dirty="0"/>
              <a:t> </a:t>
            </a:r>
            <a:r>
              <a:rPr lang="hu-HU" dirty="0" err="1"/>
              <a:t>concepts</a:t>
            </a:r>
            <a:endParaRPr lang="en-US" dirty="0">
              <a:gradFill>
                <a:gsLst>
                  <a:gs pos="0">
                    <a:srgbClr val="00FFF0"/>
                  </a:gs>
                  <a:gs pos="72000">
                    <a:srgbClr val="00F6FF"/>
                  </a:gs>
                  <a:gs pos="100000">
                    <a:srgbClr val="B896FF"/>
                  </a:gs>
                </a:gsLst>
                <a:lin ang="1200000" scaled="0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199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1035AD5-B1CE-08A9-E5C5-0D76A108A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E42134E-AD6A-9004-3382-A906768978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38E30A3-5C6D-1D5D-218A-AAE2E57060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B20F7976-1202-C9CE-8493-F2CC40BCFB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6" name="Szöveg helye 5">
            <a:extLst>
              <a:ext uri="{FF2B5EF4-FFF2-40B4-BE49-F238E27FC236}">
                <a16:creationId xmlns:a16="http://schemas.microsoft.com/office/drawing/2014/main" id="{B9393F0E-046D-CCF1-2FAC-52580662DF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7" name="Szöveg helye 6">
            <a:extLst>
              <a:ext uri="{FF2B5EF4-FFF2-40B4-BE49-F238E27FC236}">
                <a16:creationId xmlns:a16="http://schemas.microsoft.com/office/drawing/2014/main" id="{46C6B8ED-EB86-CE60-BBE9-29F80B18E5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8" name="Szöveg helye 7">
            <a:extLst>
              <a:ext uri="{FF2B5EF4-FFF2-40B4-BE49-F238E27FC236}">
                <a16:creationId xmlns:a16="http://schemas.microsoft.com/office/drawing/2014/main" id="{FD72FCC8-69F8-0876-78DA-FD397B93DA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9" name="Szöveg helye 8">
            <a:extLst>
              <a:ext uri="{FF2B5EF4-FFF2-40B4-BE49-F238E27FC236}">
                <a16:creationId xmlns:a16="http://schemas.microsoft.com/office/drawing/2014/main" id="{A3D4906C-CA3E-723E-1B17-D691AB728B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Auth.</a:t>
            </a:r>
          </a:p>
        </p:txBody>
      </p:sp>
      <p:sp>
        <p:nvSpPr>
          <p:cNvPr id="10" name="Szöveg helye 9">
            <a:extLst>
              <a:ext uri="{FF2B5EF4-FFF2-40B4-BE49-F238E27FC236}">
                <a16:creationId xmlns:a16="http://schemas.microsoft.com/office/drawing/2014/main" id="{4E5714A9-5420-4FC8-2EB8-920E3BD98F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Cookies</a:t>
            </a:r>
          </a:p>
        </p:txBody>
      </p:sp>
      <p:sp>
        <p:nvSpPr>
          <p:cNvPr id="11" name="Szöveg helye 10">
            <a:extLst>
              <a:ext uri="{FF2B5EF4-FFF2-40B4-BE49-F238E27FC236}">
                <a16:creationId xmlns:a16="http://schemas.microsoft.com/office/drawing/2014/main" id="{76303B0D-3AAF-3CD0-4C8F-0B62E1E9980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Web Storage API</a:t>
            </a:r>
          </a:p>
        </p:txBody>
      </p:sp>
      <p:sp>
        <p:nvSpPr>
          <p:cNvPr id="12" name="Szöveg helye 11">
            <a:extLst>
              <a:ext uri="{FF2B5EF4-FFF2-40B4-BE49-F238E27FC236}">
                <a16:creationId xmlns:a16="http://schemas.microsoft.com/office/drawing/2014/main" id="{05C2EB13-DB23-7C61-1919-A11EAACA9C2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JWT</a:t>
            </a:r>
          </a:p>
        </p:txBody>
      </p:sp>
      <p:sp>
        <p:nvSpPr>
          <p:cNvPr id="13" name="Szöveg helye 12">
            <a:extLst>
              <a:ext uri="{FF2B5EF4-FFF2-40B4-BE49-F238E27FC236}">
                <a16:creationId xmlns:a16="http://schemas.microsoft.com/office/drawing/2014/main" id="{D76D6E47-93C8-44AD-2F67-BB36269791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Secret handling</a:t>
            </a:r>
          </a:p>
        </p:txBody>
      </p:sp>
      <p:sp>
        <p:nvSpPr>
          <p:cNvPr id="14" name="Szöveg helye 13">
            <a:extLst>
              <a:ext uri="{FF2B5EF4-FFF2-40B4-BE49-F238E27FC236}">
                <a16:creationId xmlns:a16="http://schemas.microsoft.com/office/drawing/2014/main" id="{DBD27DAD-8341-8520-2AF6-2827D5E11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Other useful concepts</a:t>
            </a:r>
          </a:p>
        </p:txBody>
      </p:sp>
    </p:spTree>
    <p:extLst>
      <p:ext uri="{BB962C8B-B14F-4D97-AF65-F5344CB8AC3E}">
        <p14:creationId xmlns:p14="http://schemas.microsoft.com/office/powerpoint/2010/main" val="3925218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4F06A1C-2DA8-01BD-82BB-5A7CFAD88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links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A25A8985-2C62-8A26-C2FB-41D0C6C6ABF8}"/>
              </a:ext>
            </a:extLst>
          </p:cNvPr>
          <p:cNvSpPr txBox="1"/>
          <p:nvPr/>
        </p:nvSpPr>
        <p:spPr>
          <a:xfrm>
            <a:off x="633632" y="1346200"/>
            <a:ext cx="11139268" cy="4445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a typeface="Human Sans" charset="0"/>
                <a:cs typeface="Human Sans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https://developer.mozilla.org/en-US/docs/Web/HTTP/Guides/Cookies</a:t>
            </a:r>
          </a:p>
          <a:p>
            <a: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a typeface="Human Sans" charset="0"/>
                <a:cs typeface="Human Sans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https://developer.mozilla.org/en-US/docs/Web/API/Document/cookie</a:t>
            </a:r>
            <a:endParaRPr lang="en-US" dirty="0">
              <a:solidFill>
                <a:schemeClr val="bg1"/>
              </a:solidFill>
              <a:ea typeface="Human Sans" charset="0"/>
              <a:cs typeface="Human Sans" charset="0"/>
            </a:endParaRPr>
          </a:p>
          <a:p>
            <a: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a typeface="Human Sans" charset="0"/>
                <a:cs typeface="Human Sans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https://developer.mozilla.org/en-US/docs/Web/API/Web_Storage_API</a:t>
            </a:r>
            <a:endParaRPr lang="en-US" dirty="0">
              <a:solidFill>
                <a:schemeClr val="bg1"/>
              </a:solidFill>
              <a:ea typeface="Human Sans" charset="0"/>
              <a:cs typeface="Human Sans" charset="0"/>
            </a:endParaRPr>
          </a:p>
          <a:p>
            <a: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a typeface="Human Sans" charset="0"/>
                <a:cs typeface="Human Sans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https://cheatsheetseries.owasp.org/cheatsheets/HTML5_Security_Cheat_Sheet.html#local-storage</a:t>
            </a:r>
            <a:endParaRPr lang="en-US" dirty="0">
              <a:solidFill>
                <a:schemeClr val="bg1"/>
              </a:solidFill>
              <a:ea typeface="Human Sans" charset="0"/>
              <a:cs typeface="Human Sans" charset="0"/>
            </a:endParaRPr>
          </a:p>
          <a:p>
            <a: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a typeface="Human Sans" charset="0"/>
                <a:cs typeface="Human Sans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https://jwt.io/introduction</a:t>
            </a:r>
            <a:endParaRPr lang="en-US" dirty="0">
              <a:solidFill>
                <a:schemeClr val="bg1"/>
              </a:solidFill>
              <a:ea typeface="Human Sans" charset="0"/>
              <a:cs typeface="Human Sans" charset="0"/>
            </a:endParaRPr>
          </a:p>
          <a:p>
            <a: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a typeface="Human Sans" charset="0"/>
                <a:cs typeface="Human Sans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https://www.npmjs.com/package/dotenv</a:t>
            </a:r>
            <a:endParaRPr lang="en-US" dirty="0">
              <a:solidFill>
                <a:schemeClr val="bg1"/>
              </a:solidFill>
              <a:ea typeface="Human Sans" charset="0"/>
              <a:cs typeface="Human Sans" charset="0"/>
            </a:endParaRPr>
          </a:p>
          <a:p>
            <a: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a typeface="Human Sans" charset="0"/>
                <a:cs typeface="Human Sans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https://owasp.org/www-community/attacks/csrf</a:t>
            </a:r>
            <a:endParaRPr lang="en-US" dirty="0">
              <a:solidFill>
                <a:schemeClr val="bg1"/>
              </a:solidFill>
              <a:ea typeface="Human Sans" charset="0"/>
              <a:cs typeface="Human Sans" charset="0"/>
            </a:endParaRPr>
          </a:p>
          <a:p>
            <a: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a typeface="Human Sans" charset="0"/>
                <a:cs typeface="Human Sans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https://owasp.org/www-project-top-ten/</a:t>
            </a:r>
            <a:endParaRPr lang="en-US" dirty="0">
              <a:solidFill>
                <a:schemeClr val="bg1"/>
              </a:solidFill>
              <a:ea typeface="Human Sans" charset="0"/>
              <a:cs typeface="Human Sans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en-US" dirty="0">
              <a:solidFill>
                <a:schemeClr val="bg1"/>
              </a:solidFill>
              <a:ea typeface="Human Sans" charset="0"/>
              <a:cs typeface="Human Sans" charset="0"/>
            </a:endParaRPr>
          </a:p>
          <a:p>
            <a: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a typeface="Human Sans" charset="0"/>
              <a:cs typeface="Human Sans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0B2E0750-89E3-5E7B-1C67-32916E61BFA5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50000"/>
          </a:blip>
          <a:srcRect l="835" r="1061"/>
          <a:stretch/>
        </p:blipFill>
        <p:spPr>
          <a:xfrm>
            <a:off x="2274664" y="4752622"/>
            <a:ext cx="7625038" cy="132338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61967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E818F59-47CE-7E82-AC3D-602B35866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656032"/>
            <a:ext cx="4648200" cy="1107996"/>
          </a:xfrm>
        </p:spPr>
        <p:txBody>
          <a:bodyPr/>
          <a:lstStyle/>
          <a:p>
            <a:r>
              <a:rPr lang="en-US" dirty="0"/>
              <a:t>Thank you!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97C963-C45E-8DC3-066A-7BB2835441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7700" y="3429000"/>
            <a:ext cx="3827462" cy="257250"/>
          </a:xfrm>
        </p:spPr>
        <p:txBody>
          <a:bodyPr>
            <a:normAutofit/>
          </a:bodyPr>
          <a:lstStyle/>
          <a:p>
            <a:r>
              <a:rPr lang="en-US" dirty="0"/>
              <a:t>For more information, contact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11E54A-3D4E-4CEB-8677-FDEEA0851C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7700" y="3990209"/>
            <a:ext cx="3827462" cy="289438"/>
          </a:xfrm>
        </p:spPr>
        <p:txBody>
          <a:bodyPr>
            <a:normAutofit/>
          </a:bodyPr>
          <a:lstStyle/>
          <a:p>
            <a:r>
              <a:rPr lang="hu-HU" dirty="0"/>
              <a:t>Jordan Szalontai</a:t>
            </a:r>
            <a:endParaRPr lang="en-US" dirty="0"/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2FD2460-84DE-8FFB-A283-3FC73C6AA5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4348630"/>
            <a:ext cx="3827462" cy="225126"/>
          </a:xfrm>
        </p:spPr>
        <p:txBody>
          <a:bodyPr>
            <a:normAutofit/>
          </a:bodyPr>
          <a:lstStyle/>
          <a:p>
            <a:r>
              <a:rPr lang="hu-HU" dirty="0"/>
              <a:t>Lead Software Engineer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5146A9-8D16-8589-E054-8910EE1495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7700" y="4877715"/>
            <a:ext cx="3827462" cy="225126"/>
          </a:xfrm>
        </p:spPr>
        <p:txBody>
          <a:bodyPr>
            <a:normAutofit/>
          </a:bodyPr>
          <a:lstStyle/>
          <a:p>
            <a:r>
              <a:rPr lang="hu-HU" dirty="0" err="1"/>
              <a:t>Jordan_Szalontai</a:t>
            </a:r>
            <a:r>
              <a:rPr lang="en-US" dirty="0"/>
              <a:t>@epam.com</a:t>
            </a:r>
          </a:p>
          <a:p>
            <a:endParaRPr lang="en-US" dirty="0"/>
          </a:p>
        </p:txBody>
      </p:sp>
      <p:pic>
        <p:nvPicPr>
          <p:cNvPr id="11" name="Picture Placeholder 11" descr="A picture containing invertebrate, bright&#10;&#10;Description automatically generated">
            <a:extLst>
              <a:ext uri="{FF2B5EF4-FFF2-40B4-BE49-F238E27FC236}">
                <a16:creationId xmlns:a16="http://schemas.microsoft.com/office/drawing/2014/main" id="{D7047CEB-1974-4D38-9625-9C9B458AC109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3" b="2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76260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901C91E0-C1FD-C8E9-9974-45707A0E9B7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292929"/>
              </a:clrFrom>
              <a:clrTo>
                <a:srgbClr val="29292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19966" y="2874300"/>
            <a:ext cx="1152068" cy="11093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BEE3880F-77C5-7850-86BB-D94CF2B9CA91}"/>
              </a:ext>
            </a:extLst>
          </p:cNvPr>
          <p:cNvSpPr txBox="1"/>
          <p:nvPr/>
        </p:nvSpPr>
        <p:spPr>
          <a:xfrm>
            <a:off x="-4086225" y="464343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dirty="0" err="1">
              <a:ea typeface="Human Sans" charset="0"/>
              <a:cs typeface="Human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448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4FE44DF-82C7-8158-B79B-595D598F0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 vs. Authorization</a:t>
            </a:r>
          </a:p>
        </p:txBody>
      </p:sp>
      <p:grpSp>
        <p:nvGrpSpPr>
          <p:cNvPr id="8" name="Csoportba foglalás 7">
            <a:extLst>
              <a:ext uri="{FF2B5EF4-FFF2-40B4-BE49-F238E27FC236}">
                <a16:creationId xmlns:a16="http://schemas.microsoft.com/office/drawing/2014/main" id="{67F3C11B-668D-B17F-DFF3-AD455632C084}"/>
              </a:ext>
            </a:extLst>
          </p:cNvPr>
          <p:cNvGrpSpPr/>
          <p:nvPr/>
        </p:nvGrpSpPr>
        <p:grpSpPr>
          <a:xfrm>
            <a:off x="3271840" y="2655392"/>
            <a:ext cx="7147916" cy="1975842"/>
            <a:chOff x="2574132" y="2607468"/>
            <a:chExt cx="7284241" cy="1975842"/>
          </a:xfrm>
        </p:grpSpPr>
        <p:sp>
          <p:nvSpPr>
            <p:cNvPr id="5" name="Szövegdoboz 4">
              <a:extLst>
                <a:ext uri="{FF2B5EF4-FFF2-40B4-BE49-F238E27FC236}">
                  <a16:creationId xmlns:a16="http://schemas.microsoft.com/office/drawing/2014/main" id="{DAD40522-1CEF-EA9D-0831-D8581D017E4A}"/>
                </a:ext>
              </a:extLst>
            </p:cNvPr>
            <p:cNvSpPr txBox="1"/>
            <p:nvPr/>
          </p:nvSpPr>
          <p:spPr>
            <a:xfrm>
              <a:off x="2574132" y="2607468"/>
              <a:ext cx="3726657" cy="16430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ts val="600"/>
                </a:spcBef>
              </a:pPr>
              <a:r>
                <a:rPr lang="en-US" sz="11500" dirty="0">
                  <a:solidFill>
                    <a:schemeClr val="bg1"/>
                  </a:solidFill>
                  <a:ea typeface="Human Sans" charset="0"/>
                  <a:cs typeface="Human Sans" charset="0"/>
                </a:rPr>
                <a:t>Auth</a:t>
              </a:r>
            </a:p>
          </p:txBody>
        </p:sp>
        <p:sp>
          <p:nvSpPr>
            <p:cNvPr id="6" name="Szövegdoboz 5">
              <a:extLst>
                <a:ext uri="{FF2B5EF4-FFF2-40B4-BE49-F238E27FC236}">
                  <a16:creationId xmlns:a16="http://schemas.microsoft.com/office/drawing/2014/main" id="{9CF5DC9F-3396-2D54-098D-15D21B465886}"/>
                </a:ext>
              </a:extLst>
            </p:cNvPr>
            <p:cNvSpPr txBox="1"/>
            <p:nvPr/>
          </p:nvSpPr>
          <p:spPr>
            <a:xfrm>
              <a:off x="5955505" y="3043830"/>
              <a:ext cx="3902868" cy="102632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ct val="110000"/>
                </a:lnSpc>
                <a:spcBef>
                  <a:spcPts val="600"/>
                </a:spcBef>
              </a:pPr>
              <a:r>
                <a:rPr lang="en-US" sz="4000" dirty="0" err="1">
                  <a:solidFill>
                    <a:schemeClr val="bg1"/>
                  </a:solidFill>
                  <a:ea typeface="Human Sans" charset="0"/>
                  <a:cs typeface="Human Sans" charset="0"/>
                </a:rPr>
                <a:t>entication</a:t>
              </a:r>
              <a:endParaRPr lang="en-US" sz="4000" dirty="0">
                <a:solidFill>
                  <a:schemeClr val="bg1"/>
                </a:solidFill>
                <a:ea typeface="Human Sans" charset="0"/>
                <a:cs typeface="Human Sans" charset="0"/>
              </a:endParaRPr>
            </a:p>
          </p:txBody>
        </p:sp>
        <p:sp>
          <p:nvSpPr>
            <p:cNvPr id="7" name="Szövegdoboz 6">
              <a:extLst>
                <a:ext uri="{FF2B5EF4-FFF2-40B4-BE49-F238E27FC236}">
                  <a16:creationId xmlns:a16="http://schemas.microsoft.com/office/drawing/2014/main" id="{14E6131E-FC8F-A5F5-FE57-D24AB06A550A}"/>
                </a:ext>
              </a:extLst>
            </p:cNvPr>
            <p:cNvSpPr txBox="1"/>
            <p:nvPr/>
          </p:nvSpPr>
          <p:spPr>
            <a:xfrm>
              <a:off x="5955505" y="3556990"/>
              <a:ext cx="3719514" cy="102632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ct val="110000"/>
                </a:lnSpc>
                <a:spcBef>
                  <a:spcPts val="600"/>
                </a:spcBef>
              </a:pPr>
              <a:r>
                <a:rPr lang="en-US" sz="4000" dirty="0" err="1">
                  <a:solidFill>
                    <a:schemeClr val="bg1"/>
                  </a:solidFill>
                  <a:ea typeface="Human Sans" charset="0"/>
                  <a:cs typeface="Human Sans" charset="0"/>
                </a:rPr>
                <a:t>orization</a:t>
              </a:r>
              <a:endParaRPr lang="en-US" sz="4000" dirty="0">
                <a:solidFill>
                  <a:schemeClr val="bg1"/>
                </a:solidFill>
                <a:ea typeface="Human Sans" charset="0"/>
                <a:cs typeface="Human San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8113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0A893-BC55-D64B-90D9-5607A5682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8B41ACA-5F31-C494-AE7A-8767B928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 vs. Authorization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D71CE2AF-EA4F-AA08-2010-BF29E3560FF9}"/>
              </a:ext>
            </a:extLst>
          </p:cNvPr>
          <p:cNvSpPr txBox="1"/>
          <p:nvPr/>
        </p:nvSpPr>
        <p:spPr>
          <a:xfrm>
            <a:off x="2516981" y="2607468"/>
            <a:ext cx="7158037" cy="16430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US" sz="11500" dirty="0">
                <a:solidFill>
                  <a:schemeClr val="bg1"/>
                </a:solidFill>
                <a:ea typeface="Human Sans" charset="0"/>
                <a:cs typeface="Human Sans" charset="0"/>
              </a:rPr>
              <a:t>401 / 403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4B2159A4-9C3F-5041-8BB7-F3F93B319570}"/>
              </a:ext>
            </a:extLst>
          </p:cNvPr>
          <p:cNvSpPr txBox="1"/>
          <p:nvPr/>
        </p:nvSpPr>
        <p:spPr>
          <a:xfrm>
            <a:off x="761780" y="4153538"/>
            <a:ext cx="7158037" cy="16430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ea typeface="Human Sans" charset="0"/>
                <a:cs typeface="Human Sans" charset="0"/>
              </a:rPr>
              <a:t>unauthorized</a:t>
            </a:r>
            <a:br>
              <a:rPr lang="en-US" sz="2800" dirty="0">
                <a:solidFill>
                  <a:schemeClr val="bg1">
                    <a:lumMod val="75000"/>
                  </a:schemeClr>
                </a:solidFill>
                <a:ea typeface="Human Sans" charset="0"/>
                <a:cs typeface="Human Sans" charset="0"/>
              </a:rPr>
            </a:br>
            <a:r>
              <a:rPr lang="en-US" sz="1600" dirty="0">
                <a:solidFill>
                  <a:schemeClr val="bg1">
                    <a:lumMod val="75000"/>
                  </a:schemeClr>
                </a:solidFill>
                <a:ea typeface="Human Sans" charset="0"/>
                <a:cs typeface="Human Sans" charset="0"/>
              </a:rPr>
              <a:t>(lol)</a:t>
            </a:r>
            <a:endParaRPr lang="en-US" sz="2800" dirty="0">
              <a:solidFill>
                <a:schemeClr val="bg1">
                  <a:lumMod val="75000"/>
                </a:schemeClr>
              </a:solidFill>
              <a:ea typeface="Human Sans" charset="0"/>
              <a:cs typeface="Human Sans" charset="0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805ED67A-555B-5B47-38DA-5F97261A3185}"/>
              </a:ext>
            </a:extLst>
          </p:cNvPr>
          <p:cNvSpPr txBox="1"/>
          <p:nvPr/>
        </p:nvSpPr>
        <p:spPr>
          <a:xfrm>
            <a:off x="4272182" y="4153538"/>
            <a:ext cx="7158037" cy="16430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ea typeface="Human Sans" charset="0"/>
                <a:cs typeface="Human Sans" charset="0"/>
              </a:rPr>
              <a:t>forbidden</a:t>
            </a:r>
          </a:p>
        </p:txBody>
      </p:sp>
    </p:spTree>
    <p:extLst>
      <p:ext uri="{BB962C8B-B14F-4D97-AF65-F5344CB8AC3E}">
        <p14:creationId xmlns:p14="http://schemas.microsoft.com/office/powerpoint/2010/main" val="3194444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D0423-3678-252A-077C-87DEA0F95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633A5F1-3987-94FD-E618-207B5CB9C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 vs. Authorization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2759162D-4738-BA1A-2D94-8D8C5026012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98" y="539340"/>
            <a:ext cx="10647570" cy="577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335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68257-2F79-9448-5A2D-DE3C0A982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DB9A3A-78A7-3E47-E4C0-B390071D5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</a:t>
            </a:r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18E49FE0-3F56-DB65-A477-409E336550D2}"/>
              </a:ext>
            </a:extLst>
          </p:cNvPr>
          <p:cNvSpPr txBox="1">
            <a:spLocks/>
          </p:cNvSpPr>
          <p:nvPr/>
        </p:nvSpPr>
        <p:spPr>
          <a:xfrm>
            <a:off x="1852612" y="2204621"/>
            <a:ext cx="8486775" cy="33432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hu-HU" b="0" dirty="0" err="1"/>
              <a:t>Authentication</a:t>
            </a:r>
            <a:r>
              <a:rPr lang="hu-HU" b="0" dirty="0"/>
              <a:t> is </a:t>
            </a:r>
            <a:r>
              <a:rPr lang="hu-HU" b="0" dirty="0" err="1"/>
              <a:t>the</a:t>
            </a:r>
            <a:r>
              <a:rPr lang="hu-HU" b="0" dirty="0"/>
              <a:t> </a:t>
            </a:r>
            <a:r>
              <a:rPr lang="hu-HU" b="0" dirty="0" err="1"/>
              <a:t>process</a:t>
            </a:r>
            <a:r>
              <a:rPr lang="hu-HU" b="0" dirty="0"/>
              <a:t> of </a:t>
            </a:r>
            <a:r>
              <a:rPr lang="hu-HU" b="0" dirty="0" err="1"/>
              <a:t>verifying</a:t>
            </a:r>
            <a:r>
              <a:rPr lang="hu-HU" b="0" dirty="0"/>
              <a:t> a </a:t>
            </a:r>
            <a:r>
              <a:rPr lang="hu-HU" b="0" dirty="0" err="1"/>
              <a:t>user's</a:t>
            </a:r>
            <a:r>
              <a:rPr lang="hu-HU" b="0" dirty="0"/>
              <a:t> </a:t>
            </a:r>
            <a:r>
              <a:rPr lang="hu-HU" b="0" dirty="0" err="1"/>
              <a:t>identity</a:t>
            </a:r>
            <a:r>
              <a:rPr lang="hu-HU" b="0" dirty="0"/>
              <a:t> </a:t>
            </a:r>
            <a:r>
              <a:rPr lang="hu-HU" b="0" dirty="0" err="1"/>
              <a:t>before</a:t>
            </a:r>
            <a:r>
              <a:rPr lang="hu-HU" b="0" dirty="0"/>
              <a:t> </a:t>
            </a:r>
            <a:r>
              <a:rPr lang="hu-HU" b="0" dirty="0" err="1"/>
              <a:t>granting</a:t>
            </a:r>
            <a:r>
              <a:rPr lang="hu-HU" b="0" dirty="0"/>
              <a:t> </a:t>
            </a:r>
            <a:r>
              <a:rPr lang="hu-HU" b="0" dirty="0" err="1"/>
              <a:t>access</a:t>
            </a:r>
            <a:r>
              <a:rPr lang="hu-HU" b="0" dirty="0"/>
              <a:t> </a:t>
            </a:r>
            <a:r>
              <a:rPr lang="hu-HU" b="0" dirty="0" err="1"/>
              <a:t>to</a:t>
            </a:r>
            <a:r>
              <a:rPr lang="hu-HU" b="0" dirty="0"/>
              <a:t> a </a:t>
            </a:r>
            <a:r>
              <a:rPr lang="hu-HU" b="0" dirty="0" err="1"/>
              <a:t>system</a:t>
            </a:r>
            <a:r>
              <a:rPr lang="hu-HU" b="0" dirty="0"/>
              <a:t>. A </a:t>
            </a:r>
            <a:r>
              <a:rPr lang="hu-HU" b="0" dirty="0" err="1"/>
              <a:t>secure</a:t>
            </a:r>
            <a:r>
              <a:rPr lang="hu-HU" b="0" dirty="0"/>
              <a:t> </a:t>
            </a:r>
            <a:r>
              <a:rPr lang="hu-HU" b="0" dirty="0" err="1"/>
              <a:t>authentication</a:t>
            </a:r>
            <a:r>
              <a:rPr lang="hu-HU" b="0" dirty="0"/>
              <a:t> </a:t>
            </a:r>
            <a:r>
              <a:rPr lang="hu-HU" b="0" dirty="0" err="1"/>
              <a:t>system</a:t>
            </a:r>
            <a:r>
              <a:rPr lang="hu-HU" b="0" dirty="0"/>
              <a:t> </a:t>
            </a:r>
            <a:r>
              <a:rPr lang="hu-HU" b="0" dirty="0" err="1"/>
              <a:t>typically</a:t>
            </a:r>
            <a:r>
              <a:rPr lang="hu-HU" b="0" dirty="0"/>
              <a:t> </a:t>
            </a:r>
            <a:r>
              <a:rPr lang="hu-HU" b="0" dirty="0" err="1"/>
              <a:t>relies</a:t>
            </a:r>
            <a:r>
              <a:rPr lang="hu-HU" b="0" dirty="0"/>
              <a:t> </a:t>
            </a:r>
            <a:r>
              <a:rPr lang="hu-HU" b="0" dirty="0" err="1"/>
              <a:t>on</a:t>
            </a:r>
            <a:r>
              <a:rPr lang="hu-HU" b="0" dirty="0"/>
              <a:t> </a:t>
            </a:r>
            <a:r>
              <a:rPr lang="hu-HU" b="0" dirty="0" err="1"/>
              <a:t>one</a:t>
            </a:r>
            <a:r>
              <a:rPr lang="hu-HU" b="0" dirty="0"/>
              <a:t> </a:t>
            </a:r>
            <a:r>
              <a:rPr lang="hu-HU" b="0" dirty="0" err="1"/>
              <a:t>or</a:t>
            </a:r>
            <a:r>
              <a:rPr lang="hu-HU" b="0" dirty="0"/>
              <a:t> more of </a:t>
            </a:r>
            <a:r>
              <a:rPr lang="hu-HU" b="0" dirty="0" err="1"/>
              <a:t>the</a:t>
            </a:r>
            <a:r>
              <a:rPr lang="hu-HU" b="0" dirty="0"/>
              <a:t> </a:t>
            </a:r>
            <a:r>
              <a:rPr lang="hu-HU" b="0" dirty="0" err="1"/>
              <a:t>following</a:t>
            </a:r>
            <a:r>
              <a:rPr lang="hu-HU" b="0" dirty="0"/>
              <a:t> </a:t>
            </a:r>
            <a:r>
              <a:rPr lang="hu-HU" b="0" dirty="0" err="1"/>
              <a:t>factors</a:t>
            </a:r>
            <a:r>
              <a:rPr lang="hu-HU" b="0" dirty="0"/>
              <a:t>:</a:t>
            </a:r>
            <a:br>
              <a:rPr lang="hu-HU" b="0" dirty="0"/>
            </a:br>
            <a:endParaRPr lang="hu-HU" b="0" dirty="0"/>
          </a:p>
          <a:p>
            <a:r>
              <a:rPr lang="hu-HU" dirty="0" err="1"/>
              <a:t>Something</a:t>
            </a:r>
            <a:r>
              <a:rPr lang="hu-HU" dirty="0"/>
              <a:t> </a:t>
            </a:r>
            <a:r>
              <a:rPr lang="hu-HU" dirty="0" err="1"/>
              <a:t>you</a:t>
            </a:r>
            <a:r>
              <a:rPr lang="hu-HU" dirty="0"/>
              <a:t>...</a:t>
            </a:r>
          </a:p>
          <a:p>
            <a:endParaRPr lang="hu-HU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 err="1"/>
              <a:t>Know</a:t>
            </a:r>
            <a:r>
              <a:rPr lang="hu-HU" dirty="0"/>
              <a:t> </a:t>
            </a:r>
            <a:r>
              <a:rPr lang="hu-HU" sz="1600" dirty="0">
                <a:solidFill>
                  <a:schemeClr val="bg1">
                    <a:lumMod val="75000"/>
                  </a:schemeClr>
                </a:solidFill>
              </a:rPr>
              <a:t>(</a:t>
            </a:r>
            <a:r>
              <a:rPr lang="hu-HU" sz="1600" dirty="0" err="1">
                <a:solidFill>
                  <a:schemeClr val="bg1">
                    <a:lumMod val="75000"/>
                  </a:schemeClr>
                </a:solidFill>
              </a:rPr>
              <a:t>your</a:t>
            </a:r>
            <a:r>
              <a:rPr lang="hu-HU" sz="16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hu-HU" sz="1600" dirty="0" err="1">
                <a:solidFill>
                  <a:schemeClr val="bg1">
                    <a:lumMod val="75000"/>
                  </a:schemeClr>
                </a:solidFill>
              </a:rPr>
              <a:t>password</a:t>
            </a:r>
            <a:r>
              <a:rPr lang="hu-HU" sz="1600" dirty="0">
                <a:solidFill>
                  <a:schemeClr val="bg1">
                    <a:lumMod val="75000"/>
                  </a:schemeClr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 err="1"/>
              <a:t>Have</a:t>
            </a:r>
            <a:r>
              <a:rPr lang="hu-HU" dirty="0"/>
              <a:t>  </a:t>
            </a:r>
            <a:r>
              <a:rPr lang="hu-HU" sz="1600" dirty="0">
                <a:solidFill>
                  <a:schemeClr val="bg1">
                    <a:lumMod val="75000"/>
                  </a:schemeClr>
                </a:solidFill>
              </a:rPr>
              <a:t>(a </a:t>
            </a:r>
            <a:r>
              <a:rPr lang="hu-HU" sz="1600" dirty="0" err="1">
                <a:solidFill>
                  <a:schemeClr val="bg1">
                    <a:lumMod val="75000"/>
                  </a:schemeClr>
                </a:solidFill>
              </a:rPr>
              <a:t>device</a:t>
            </a:r>
            <a:r>
              <a:rPr lang="hu-HU" sz="1600" dirty="0">
                <a:solidFill>
                  <a:schemeClr val="bg1">
                    <a:lumMod val="75000"/>
                  </a:schemeClr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 err="1"/>
              <a:t>Are</a:t>
            </a:r>
            <a:r>
              <a:rPr lang="hu-HU" dirty="0"/>
              <a:t>     </a:t>
            </a:r>
            <a:r>
              <a:rPr lang="hu-HU" sz="1600" dirty="0">
                <a:solidFill>
                  <a:schemeClr val="bg1">
                    <a:lumMod val="75000"/>
                  </a:schemeClr>
                </a:solidFill>
              </a:rPr>
              <a:t>(</a:t>
            </a:r>
            <a:r>
              <a:rPr lang="hu-HU" sz="1600" dirty="0" err="1">
                <a:solidFill>
                  <a:schemeClr val="bg1">
                    <a:lumMod val="75000"/>
                  </a:schemeClr>
                </a:solidFill>
              </a:rPr>
              <a:t>your</a:t>
            </a:r>
            <a:r>
              <a:rPr lang="hu-HU" sz="16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hu-HU" sz="1600" dirty="0" err="1">
                <a:solidFill>
                  <a:schemeClr val="bg1">
                    <a:lumMod val="75000"/>
                  </a:schemeClr>
                </a:solidFill>
              </a:rPr>
              <a:t>fingerprint</a:t>
            </a:r>
            <a:r>
              <a:rPr lang="hu-HU" sz="1600" dirty="0">
                <a:solidFill>
                  <a:schemeClr val="bg1">
                    <a:lumMod val="75000"/>
                  </a:schemeClr>
                </a:solidFill>
              </a:rPr>
              <a:t>)</a:t>
            </a:r>
            <a:endParaRPr lang="hu-HU" sz="1600" b="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2939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9E8B6-0DE7-E62E-F2DA-0BE79BF36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A7DC338-C5D5-921F-589E-4BD70B6B8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Authorization</a:t>
            </a:r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C34B6865-B153-337A-0953-CCA8F32EB28C}"/>
              </a:ext>
            </a:extLst>
          </p:cNvPr>
          <p:cNvSpPr txBox="1">
            <a:spLocks/>
          </p:cNvSpPr>
          <p:nvPr/>
        </p:nvSpPr>
        <p:spPr>
          <a:xfrm>
            <a:off x="1852612" y="2204621"/>
            <a:ext cx="8486775" cy="33432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hu-HU" b="1" dirty="0"/>
              <a:t>...</a:t>
            </a:r>
            <a:r>
              <a:rPr lang="hu-HU" b="1" dirty="0" err="1"/>
              <a:t>authorization</a:t>
            </a:r>
            <a:r>
              <a:rPr lang="hu-HU" dirty="0"/>
              <a:t> </a:t>
            </a:r>
            <a:r>
              <a:rPr lang="hu-HU" dirty="0" err="1"/>
              <a:t>determines</a:t>
            </a:r>
            <a:r>
              <a:rPr lang="hu-HU" dirty="0"/>
              <a:t> </a:t>
            </a:r>
            <a:r>
              <a:rPr lang="hu-HU" i="1" dirty="0" err="1"/>
              <a:t>what</a:t>
            </a:r>
            <a:r>
              <a:rPr lang="hu-HU" dirty="0"/>
              <a:t> </a:t>
            </a:r>
            <a:r>
              <a:rPr lang="hu-HU" dirty="0" err="1"/>
              <a:t>they</a:t>
            </a:r>
            <a:r>
              <a:rPr lang="hu-HU" dirty="0"/>
              <a:t> </a:t>
            </a:r>
            <a:r>
              <a:rPr lang="hu-HU" dirty="0" err="1"/>
              <a:t>are</a:t>
            </a:r>
            <a:r>
              <a:rPr lang="hu-HU" dirty="0"/>
              <a:t> </a:t>
            </a:r>
            <a:r>
              <a:rPr lang="hu-HU" dirty="0" err="1"/>
              <a:t>allowed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do</a:t>
            </a:r>
            <a:r>
              <a:rPr lang="hu-HU" dirty="0"/>
              <a:t> </a:t>
            </a:r>
            <a:r>
              <a:rPr lang="hu-HU" dirty="0" err="1"/>
              <a:t>within</a:t>
            </a:r>
            <a:r>
              <a:rPr lang="hu-HU" dirty="0"/>
              <a:t> a </a:t>
            </a:r>
            <a:r>
              <a:rPr lang="hu-HU" dirty="0" err="1"/>
              <a:t>system</a:t>
            </a:r>
            <a:r>
              <a:rPr lang="hu-HU" dirty="0"/>
              <a:t>.</a:t>
            </a:r>
          </a:p>
          <a:p>
            <a:endParaRPr lang="hu-HU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RBAC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ABAC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DAC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MAC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hu-HU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hu-HU" dirty="0"/>
          </a:p>
          <a:p>
            <a:r>
              <a:rPr lang="hu-HU" sz="1400" b="0" i="1" dirty="0">
                <a:solidFill>
                  <a:schemeClr val="bg1">
                    <a:lumMod val="75000"/>
                  </a:schemeClr>
                </a:solidFill>
              </a:rPr>
              <a:t>...</a:t>
            </a:r>
            <a:r>
              <a:rPr lang="hu-HU" sz="1400" b="0" i="1" dirty="0" err="1">
                <a:solidFill>
                  <a:schemeClr val="bg1">
                    <a:lumMod val="75000"/>
                  </a:schemeClr>
                </a:solidFill>
              </a:rPr>
              <a:t>where</a:t>
            </a:r>
            <a:r>
              <a:rPr lang="hu-HU" sz="1400" b="0" i="1" dirty="0">
                <a:solidFill>
                  <a:schemeClr val="bg1">
                    <a:lumMod val="75000"/>
                  </a:schemeClr>
                </a:solidFill>
              </a:rPr>
              <a:t> AC </a:t>
            </a:r>
            <a:r>
              <a:rPr lang="hu-HU" sz="1400" b="0" i="1" dirty="0" err="1">
                <a:solidFill>
                  <a:schemeClr val="bg1">
                    <a:lumMod val="75000"/>
                  </a:schemeClr>
                </a:solidFill>
              </a:rPr>
              <a:t>means</a:t>
            </a:r>
            <a:r>
              <a:rPr lang="hu-HU" sz="1400" b="0" i="1" dirty="0">
                <a:solidFill>
                  <a:schemeClr val="bg1">
                    <a:lumMod val="75000"/>
                  </a:schemeClr>
                </a:solidFill>
              </a:rPr>
              <a:t> Access </a:t>
            </a:r>
            <a:r>
              <a:rPr lang="hu-HU" sz="1400" b="0" i="1" dirty="0" err="1">
                <a:solidFill>
                  <a:schemeClr val="bg1">
                    <a:lumMod val="75000"/>
                  </a:schemeClr>
                </a:solidFill>
              </a:rPr>
              <a:t>Control</a:t>
            </a:r>
            <a:r>
              <a:rPr lang="hu-HU" sz="1400" b="0" i="1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hu-HU" sz="1400" b="0" i="1" dirty="0" err="1">
                <a:solidFill>
                  <a:schemeClr val="bg1">
                    <a:lumMod val="75000"/>
                  </a:schemeClr>
                </a:solidFill>
              </a:rPr>
              <a:t>which</a:t>
            </a:r>
            <a:r>
              <a:rPr lang="hu-HU" sz="1400" b="0" i="1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hu-HU" sz="1400" b="0" i="1" dirty="0" err="1">
                <a:solidFill>
                  <a:schemeClr val="bg1">
                    <a:lumMod val="75000"/>
                  </a:schemeClr>
                </a:solidFill>
              </a:rPr>
              <a:t>can</a:t>
            </a:r>
            <a:r>
              <a:rPr lang="hu-HU" sz="1400" b="0" i="1" dirty="0">
                <a:solidFill>
                  <a:schemeClr val="bg1">
                    <a:lumMod val="75000"/>
                  </a:schemeClr>
                </a:solidFill>
              </a:rPr>
              <a:t> be </a:t>
            </a:r>
            <a:r>
              <a:rPr lang="hu-HU" sz="1400" b="0" i="1" dirty="0" err="1">
                <a:solidFill>
                  <a:schemeClr val="bg1">
                    <a:lumMod val="75000"/>
                  </a:schemeClr>
                </a:solidFill>
              </a:rPr>
              <a:t>role</a:t>
            </a:r>
            <a:r>
              <a:rPr lang="hu-HU" sz="1400" b="0" i="1" dirty="0">
                <a:solidFill>
                  <a:schemeClr val="bg1">
                    <a:lumMod val="75000"/>
                  </a:schemeClr>
                </a:solidFill>
              </a:rPr>
              <a:t>- </a:t>
            </a:r>
            <a:r>
              <a:rPr lang="hu-HU" sz="1400" b="0" i="1" dirty="0" err="1">
                <a:solidFill>
                  <a:schemeClr val="bg1">
                    <a:lumMod val="75000"/>
                  </a:schemeClr>
                </a:solidFill>
              </a:rPr>
              <a:t>or</a:t>
            </a:r>
            <a:r>
              <a:rPr lang="hu-HU" sz="1400" b="0" i="1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hu-HU" sz="1400" b="0" i="1" dirty="0" err="1">
                <a:solidFill>
                  <a:schemeClr val="bg1">
                    <a:lumMod val="75000"/>
                  </a:schemeClr>
                </a:solidFill>
              </a:rPr>
              <a:t>attribute</a:t>
            </a:r>
            <a:r>
              <a:rPr lang="hu-HU" sz="1400" b="0" i="1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hu-HU" sz="1400" b="0" i="1" dirty="0" err="1">
                <a:solidFill>
                  <a:schemeClr val="bg1">
                    <a:lumMod val="75000"/>
                  </a:schemeClr>
                </a:solidFill>
              </a:rPr>
              <a:t>based</a:t>
            </a:r>
            <a:r>
              <a:rPr lang="hu-HU" sz="1400" b="0" i="1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hu-HU" sz="1400" b="0" i="1" dirty="0" err="1">
                <a:solidFill>
                  <a:schemeClr val="bg1">
                    <a:lumMod val="75000"/>
                  </a:schemeClr>
                </a:solidFill>
              </a:rPr>
              <a:t>discretionary</a:t>
            </a:r>
            <a:r>
              <a:rPr lang="hu-HU" sz="1400" b="0" i="1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hu-HU" sz="1400" b="0" i="1" dirty="0" err="1">
                <a:solidFill>
                  <a:schemeClr val="bg1">
                    <a:lumMod val="75000"/>
                  </a:schemeClr>
                </a:solidFill>
              </a:rPr>
              <a:t>mandatory</a:t>
            </a:r>
            <a:r>
              <a:rPr lang="hu-HU" sz="1400" b="0" i="1" dirty="0">
                <a:solidFill>
                  <a:schemeClr val="bg1">
                    <a:lumMod val="75000"/>
                  </a:schemeClr>
                </a:solidFill>
              </a:rPr>
              <a:t> (etc.)</a:t>
            </a:r>
          </a:p>
        </p:txBody>
      </p:sp>
    </p:spTree>
    <p:extLst>
      <p:ext uri="{BB962C8B-B14F-4D97-AF65-F5344CB8AC3E}">
        <p14:creationId xmlns:p14="http://schemas.microsoft.com/office/powerpoint/2010/main" val="1761850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4B444-1D95-0FB8-5E9C-676F279FC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1EF2BD0-A96F-C00A-D88A-9299925EA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Cookies</a:t>
            </a:r>
          </a:p>
        </p:txBody>
      </p:sp>
      <p:sp>
        <p:nvSpPr>
          <p:cNvPr id="3" name="Cím 1">
            <a:extLst>
              <a:ext uri="{FF2B5EF4-FFF2-40B4-BE49-F238E27FC236}">
                <a16:creationId xmlns:a16="http://schemas.microsoft.com/office/drawing/2014/main" id="{C75E8F09-3A51-5B98-9751-39263B03861A}"/>
              </a:ext>
            </a:extLst>
          </p:cNvPr>
          <p:cNvSpPr txBox="1">
            <a:spLocks/>
          </p:cNvSpPr>
          <p:nvPr/>
        </p:nvSpPr>
        <p:spPr>
          <a:xfrm>
            <a:off x="1852612" y="2204621"/>
            <a:ext cx="8486775" cy="33432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hu-HU" b="0" dirty="0"/>
              <a:t>A </a:t>
            </a:r>
            <a:r>
              <a:rPr lang="hu-HU" b="0" dirty="0" err="1"/>
              <a:t>cookie</a:t>
            </a:r>
            <a:r>
              <a:rPr lang="hu-HU" b="0" dirty="0"/>
              <a:t> is a </a:t>
            </a:r>
            <a:r>
              <a:rPr lang="hu-HU" b="0" dirty="0" err="1"/>
              <a:t>string</a:t>
            </a:r>
            <a:r>
              <a:rPr lang="hu-HU" b="0" dirty="0"/>
              <a:t>, </a:t>
            </a:r>
            <a:r>
              <a:rPr lang="hu-HU" b="0" dirty="0" err="1"/>
              <a:t>containing</a:t>
            </a:r>
            <a:r>
              <a:rPr lang="hu-HU" b="0" dirty="0"/>
              <a:t> </a:t>
            </a:r>
            <a:r>
              <a:rPr lang="hu-HU" b="0" dirty="0" err="1"/>
              <a:t>information</a:t>
            </a:r>
            <a:r>
              <a:rPr lang="hu-HU" b="0" dirty="0"/>
              <a:t>*</a:t>
            </a:r>
          </a:p>
          <a:p>
            <a:endParaRPr lang="hu-HU" b="0" dirty="0"/>
          </a:p>
          <a:p>
            <a:endParaRPr lang="hu-HU" b="0" dirty="0"/>
          </a:p>
          <a:p>
            <a:endParaRPr lang="hu-HU" b="0" dirty="0"/>
          </a:p>
          <a:p>
            <a:endParaRPr lang="hu-HU" b="0" dirty="0"/>
          </a:p>
          <a:p>
            <a:endParaRPr lang="hu-HU" b="0" dirty="0"/>
          </a:p>
          <a:p>
            <a:endParaRPr lang="hu-HU" b="0" dirty="0"/>
          </a:p>
          <a:p>
            <a:endParaRPr lang="hu-HU" b="0" dirty="0"/>
          </a:p>
          <a:p>
            <a:endParaRPr lang="hu-HU" b="0" dirty="0"/>
          </a:p>
          <a:p>
            <a:r>
              <a:rPr lang="hu-HU" sz="1800" b="0" dirty="0">
                <a:solidFill>
                  <a:schemeClr val="tx2">
                    <a:lumMod val="75000"/>
                  </a:schemeClr>
                </a:solidFill>
              </a:rPr>
              <a:t>*and a </a:t>
            </a:r>
            <a:r>
              <a:rPr lang="hu-HU" sz="1800" b="0" dirty="0" err="1">
                <a:solidFill>
                  <a:schemeClr val="tx2">
                    <a:lumMod val="75000"/>
                  </a:schemeClr>
                </a:solidFill>
              </a:rPr>
              <a:t>little</a:t>
            </a:r>
            <a:r>
              <a:rPr lang="hu-HU" sz="1800" b="0" dirty="0">
                <a:solidFill>
                  <a:schemeClr val="tx2">
                    <a:lumMod val="75000"/>
                  </a:schemeClr>
                </a:solidFill>
              </a:rPr>
              <a:t> bit more </a:t>
            </a:r>
            <a:r>
              <a:rPr lang="hu-HU" sz="1800" b="0" dirty="0" err="1">
                <a:solidFill>
                  <a:schemeClr val="tx2">
                    <a:lumMod val="75000"/>
                  </a:schemeClr>
                </a:solidFill>
              </a:rPr>
              <a:t>than</a:t>
            </a:r>
            <a:r>
              <a:rPr lang="hu-HU" sz="1800" b="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hu-HU" sz="1800" b="0" dirty="0" err="1">
                <a:solidFill>
                  <a:schemeClr val="tx2">
                    <a:lumMod val="75000"/>
                  </a:schemeClr>
                </a:solidFill>
              </a:rPr>
              <a:t>that</a:t>
            </a:r>
            <a:endParaRPr lang="hu-HU" sz="1800" b="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2330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26B88-CAC5-454E-1C41-595564BF9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9843012-02D9-07CD-B3B2-19200F0F5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Cookies</a:t>
            </a:r>
          </a:p>
        </p:txBody>
      </p:sp>
      <p:sp>
        <p:nvSpPr>
          <p:cNvPr id="3" name="Cím 1">
            <a:extLst>
              <a:ext uri="{FF2B5EF4-FFF2-40B4-BE49-F238E27FC236}">
                <a16:creationId xmlns:a16="http://schemas.microsoft.com/office/drawing/2014/main" id="{5A2517BA-2B3E-9B9D-D882-F1B29593BB7C}"/>
              </a:ext>
            </a:extLst>
          </p:cNvPr>
          <p:cNvSpPr txBox="1">
            <a:spLocks/>
          </p:cNvSpPr>
          <p:nvPr/>
        </p:nvSpPr>
        <p:spPr>
          <a:xfrm>
            <a:off x="1852612" y="2204621"/>
            <a:ext cx="8486775" cy="33432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hu-HU" b="0" dirty="0" err="1"/>
              <a:t>Problem</a:t>
            </a:r>
            <a:r>
              <a:rPr lang="hu-HU" b="0" dirty="0"/>
              <a:t>: HTTP is </a:t>
            </a:r>
            <a:r>
              <a:rPr lang="hu-HU" b="0" dirty="0" err="1"/>
              <a:t>stateless</a:t>
            </a:r>
            <a:r>
              <a:rPr lang="hu-HU" b="0" dirty="0"/>
              <a:t>,</a:t>
            </a:r>
            <a:br>
              <a:rPr lang="hu-HU" b="0" dirty="0"/>
            </a:br>
            <a:br>
              <a:rPr lang="hu-HU" b="0" dirty="0"/>
            </a:br>
            <a:endParaRPr lang="hu-HU" b="0" dirty="0"/>
          </a:p>
          <a:p>
            <a:endParaRPr lang="hu-HU" b="0" dirty="0"/>
          </a:p>
          <a:p>
            <a:r>
              <a:rPr lang="hu-HU" b="0" dirty="0" err="1"/>
              <a:t>the</a:t>
            </a:r>
            <a:r>
              <a:rPr lang="hu-HU" b="0" dirty="0"/>
              <a:t> server (and </a:t>
            </a:r>
            <a:r>
              <a:rPr lang="hu-HU" b="0" dirty="0" err="1"/>
              <a:t>the</a:t>
            </a:r>
            <a:r>
              <a:rPr lang="hu-HU" b="0" dirty="0"/>
              <a:t> </a:t>
            </a:r>
            <a:r>
              <a:rPr lang="hu-HU" b="0" dirty="0" err="1"/>
              <a:t>client</a:t>
            </a:r>
            <a:r>
              <a:rPr lang="hu-HU" b="0" dirty="0"/>
              <a:t>) </a:t>
            </a:r>
            <a:r>
              <a:rPr lang="hu-HU" b="0" dirty="0" err="1"/>
              <a:t>somehow</a:t>
            </a:r>
            <a:r>
              <a:rPr lang="hu-HU" b="0" dirty="0"/>
              <a:t> has </a:t>
            </a:r>
            <a:r>
              <a:rPr lang="hu-HU" b="0" dirty="0" err="1"/>
              <a:t>to</a:t>
            </a:r>
            <a:r>
              <a:rPr lang="hu-HU" b="0" dirty="0"/>
              <a:t> </a:t>
            </a:r>
            <a:r>
              <a:rPr lang="hu-HU" b="0" dirty="0" err="1"/>
              <a:t>persist</a:t>
            </a:r>
            <a:r>
              <a:rPr lang="hu-HU" b="0" dirty="0"/>
              <a:t> </a:t>
            </a:r>
            <a:r>
              <a:rPr lang="hu-HU" b="0" dirty="0" err="1"/>
              <a:t>information</a:t>
            </a:r>
            <a:r>
              <a:rPr lang="hu-HU" b="0" dirty="0"/>
              <a:t> </a:t>
            </a:r>
            <a:r>
              <a:rPr lang="hu-HU" b="0" dirty="0" err="1"/>
              <a:t>about</a:t>
            </a:r>
            <a:r>
              <a:rPr lang="hu-HU" b="0" dirty="0"/>
              <a:t> </a:t>
            </a:r>
            <a:r>
              <a:rPr lang="hu-HU" b="0" dirty="0" err="1"/>
              <a:t>the</a:t>
            </a:r>
            <a:r>
              <a:rPr lang="hu-HU" b="0" dirty="0"/>
              <a:t> </a:t>
            </a:r>
            <a:r>
              <a:rPr lang="hu-HU" b="0" dirty="0" err="1"/>
              <a:t>communication</a:t>
            </a:r>
            <a:r>
              <a:rPr lang="hu-HU" b="0" dirty="0"/>
              <a:t> (</a:t>
            </a:r>
            <a:r>
              <a:rPr lang="hu-HU" b="0" dirty="0" err="1"/>
              <a:t>e.g</a:t>
            </a:r>
            <a:r>
              <a:rPr lang="hu-HU" b="0" dirty="0"/>
              <a:t>. </a:t>
            </a:r>
            <a:r>
              <a:rPr lang="hu-HU" b="0" dirty="0" err="1"/>
              <a:t>user</a:t>
            </a:r>
            <a:r>
              <a:rPr lang="hu-HU" b="0" dirty="0"/>
              <a:t> session)</a:t>
            </a:r>
            <a:endParaRPr lang="hu-HU" sz="1800" b="0" dirty="0"/>
          </a:p>
        </p:txBody>
      </p:sp>
    </p:spTree>
    <p:extLst>
      <p:ext uri="{BB962C8B-B14F-4D97-AF65-F5344CB8AC3E}">
        <p14:creationId xmlns:p14="http://schemas.microsoft.com/office/powerpoint/2010/main" val="21857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72A29-9700-B92C-748F-0A5FE95C8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4CB49AA-3261-3A56-40A9-04165E25B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Cookies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BF8D7B8C-3E13-B56A-141D-75FF48558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556" y="1704210"/>
            <a:ext cx="11142887" cy="344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264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42876-9547-FFAF-1001-58D057353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C523693-A6E6-998F-5DFF-3596EAEF1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Cookies</a:t>
            </a:r>
          </a:p>
        </p:txBody>
      </p:sp>
      <p:sp>
        <p:nvSpPr>
          <p:cNvPr id="3" name="Cím 1">
            <a:extLst>
              <a:ext uri="{FF2B5EF4-FFF2-40B4-BE49-F238E27FC236}">
                <a16:creationId xmlns:a16="http://schemas.microsoft.com/office/drawing/2014/main" id="{0D505AAE-68DD-DE4A-20E6-FE783721E42E}"/>
              </a:ext>
            </a:extLst>
          </p:cNvPr>
          <p:cNvSpPr txBox="1">
            <a:spLocks/>
          </p:cNvSpPr>
          <p:nvPr/>
        </p:nvSpPr>
        <p:spPr>
          <a:xfrm>
            <a:off x="3871912" y="1757362"/>
            <a:ext cx="4448176" cy="475773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hu-HU" sz="3600" b="0" dirty="0" err="1"/>
              <a:t>client</a:t>
            </a:r>
            <a:endParaRPr lang="hu-HU" sz="3600" b="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hu-HU" sz="2800" b="0" dirty="0" err="1"/>
              <a:t>document.cookie</a:t>
            </a:r>
            <a:endParaRPr lang="hu-HU" sz="2800" b="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hu-HU" sz="2800" b="0" dirty="0" err="1"/>
              <a:t>credentials</a:t>
            </a:r>
            <a:r>
              <a:rPr lang="hu-HU" sz="2800" b="0" dirty="0"/>
              <a:t>: ’</a:t>
            </a:r>
            <a:r>
              <a:rPr lang="hu-HU" sz="2800" b="0" dirty="0" err="1"/>
              <a:t>include</a:t>
            </a:r>
            <a:r>
              <a:rPr lang="hu-HU" sz="2800" b="0" dirty="0"/>
              <a:t>’</a:t>
            </a:r>
          </a:p>
          <a:p>
            <a:endParaRPr lang="hu-HU" sz="3600" b="0" dirty="0"/>
          </a:p>
          <a:p>
            <a:r>
              <a:rPr lang="hu-HU" sz="3600" b="0" dirty="0"/>
              <a:t>server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hu-HU" sz="2800" b="0" dirty="0" err="1"/>
              <a:t>Cookie</a:t>
            </a:r>
            <a:r>
              <a:rPr lang="hu-HU" sz="2800" b="0" dirty="0"/>
              <a:t> </a:t>
            </a:r>
            <a:r>
              <a:rPr lang="hu-HU" sz="1200" b="0" dirty="0" err="1">
                <a:solidFill>
                  <a:schemeClr val="bg1">
                    <a:lumMod val="75000"/>
                  </a:schemeClr>
                </a:solidFill>
              </a:rPr>
              <a:t>request</a:t>
            </a:r>
            <a:r>
              <a:rPr lang="hu-HU" sz="1200" b="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hu-HU" sz="1200" b="0" dirty="0" err="1">
                <a:solidFill>
                  <a:schemeClr val="bg1">
                    <a:lumMod val="75000"/>
                  </a:schemeClr>
                </a:solidFill>
              </a:rPr>
              <a:t>header</a:t>
            </a:r>
            <a:endParaRPr lang="hu-HU" sz="2800" b="0" dirty="0">
              <a:solidFill>
                <a:schemeClr val="bg1">
                  <a:lumMod val="75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hu-HU" sz="2800" b="0" dirty="0" err="1"/>
              <a:t>Set-Cookie</a:t>
            </a:r>
            <a:r>
              <a:rPr lang="hu-HU" sz="2800" b="0" dirty="0"/>
              <a:t> </a:t>
            </a:r>
            <a:r>
              <a:rPr lang="hu-HU" sz="1200" b="0" dirty="0" err="1">
                <a:solidFill>
                  <a:schemeClr val="bg1">
                    <a:lumMod val="75000"/>
                  </a:schemeClr>
                </a:solidFill>
              </a:rPr>
              <a:t>response</a:t>
            </a:r>
            <a:r>
              <a:rPr lang="hu-HU" sz="1200" b="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hu-HU" sz="1200" b="0" dirty="0" err="1">
                <a:solidFill>
                  <a:schemeClr val="bg1">
                    <a:lumMod val="75000"/>
                  </a:schemeClr>
                </a:solidFill>
              </a:rPr>
              <a:t>header</a:t>
            </a:r>
            <a:endParaRPr lang="hu-HU" sz="2800" b="0" dirty="0"/>
          </a:p>
        </p:txBody>
      </p:sp>
    </p:spTree>
    <p:extLst>
      <p:ext uri="{BB962C8B-B14F-4D97-AF65-F5344CB8AC3E}">
        <p14:creationId xmlns:p14="http://schemas.microsoft.com/office/powerpoint/2010/main" val="3965354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ADA00-343D-EEE5-72F0-E73C2BA5B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CAC9A0C-182B-D31B-89D1-31172E0D4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Storage API</a:t>
            </a:r>
          </a:p>
        </p:txBody>
      </p:sp>
      <p:grpSp>
        <p:nvGrpSpPr>
          <p:cNvPr id="3" name="Csoportba foglalás 2">
            <a:extLst>
              <a:ext uri="{FF2B5EF4-FFF2-40B4-BE49-F238E27FC236}">
                <a16:creationId xmlns:a16="http://schemas.microsoft.com/office/drawing/2014/main" id="{056BDBAC-51AC-739C-6425-08E034BCF8F2}"/>
              </a:ext>
            </a:extLst>
          </p:cNvPr>
          <p:cNvGrpSpPr/>
          <p:nvPr/>
        </p:nvGrpSpPr>
        <p:grpSpPr>
          <a:xfrm>
            <a:off x="789206" y="2707482"/>
            <a:ext cx="8572497" cy="1966615"/>
            <a:chOff x="2330068" y="2559544"/>
            <a:chExt cx="8735991" cy="1966615"/>
          </a:xfrm>
        </p:grpSpPr>
        <p:sp>
          <p:nvSpPr>
            <p:cNvPr id="4" name="Szövegdoboz 3">
              <a:extLst>
                <a:ext uri="{FF2B5EF4-FFF2-40B4-BE49-F238E27FC236}">
                  <a16:creationId xmlns:a16="http://schemas.microsoft.com/office/drawing/2014/main" id="{B7CEFE60-AFDA-621C-3221-A3D2A9E6E700}"/>
                </a:ext>
              </a:extLst>
            </p:cNvPr>
            <p:cNvSpPr txBox="1"/>
            <p:nvPr/>
          </p:nvSpPr>
          <p:spPr>
            <a:xfrm>
              <a:off x="5955505" y="2559544"/>
              <a:ext cx="5110554" cy="16430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ts val="600"/>
                </a:spcBef>
              </a:pPr>
              <a:r>
                <a:rPr lang="en-US" sz="11500" dirty="0">
                  <a:solidFill>
                    <a:schemeClr val="bg1"/>
                  </a:solidFill>
                  <a:ea typeface="Human Sans" charset="0"/>
                  <a:cs typeface="Human Sans" charset="0"/>
                </a:rPr>
                <a:t>Storage</a:t>
              </a:r>
            </a:p>
          </p:txBody>
        </p:sp>
        <p:sp>
          <p:nvSpPr>
            <p:cNvPr id="5" name="Szövegdoboz 4">
              <a:extLst>
                <a:ext uri="{FF2B5EF4-FFF2-40B4-BE49-F238E27FC236}">
                  <a16:creationId xmlns:a16="http://schemas.microsoft.com/office/drawing/2014/main" id="{03831693-8F05-9DD5-D1A5-60C75095C0F4}"/>
                </a:ext>
              </a:extLst>
            </p:cNvPr>
            <p:cNvSpPr txBox="1"/>
            <p:nvPr/>
          </p:nvSpPr>
          <p:spPr>
            <a:xfrm>
              <a:off x="2330068" y="2986679"/>
              <a:ext cx="3902868" cy="102632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10000"/>
                </a:lnSpc>
                <a:spcBef>
                  <a:spcPts val="600"/>
                </a:spcBef>
              </a:pPr>
              <a:r>
                <a:rPr lang="en-US" sz="4000" dirty="0">
                  <a:solidFill>
                    <a:schemeClr val="bg1"/>
                  </a:solidFill>
                  <a:ea typeface="Human Sans" charset="0"/>
                  <a:cs typeface="Human Sans" charset="0"/>
                </a:rPr>
                <a:t>local</a:t>
              </a:r>
            </a:p>
          </p:txBody>
        </p:sp>
        <p:sp>
          <p:nvSpPr>
            <p:cNvPr id="6" name="Szövegdoboz 5">
              <a:extLst>
                <a:ext uri="{FF2B5EF4-FFF2-40B4-BE49-F238E27FC236}">
                  <a16:creationId xmlns:a16="http://schemas.microsoft.com/office/drawing/2014/main" id="{F42EC353-1729-6C65-361C-04DDB7D8BD47}"/>
                </a:ext>
              </a:extLst>
            </p:cNvPr>
            <p:cNvSpPr txBox="1"/>
            <p:nvPr/>
          </p:nvSpPr>
          <p:spPr>
            <a:xfrm>
              <a:off x="2513422" y="3499839"/>
              <a:ext cx="3719514" cy="102632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10000"/>
                </a:lnSpc>
                <a:spcBef>
                  <a:spcPts val="600"/>
                </a:spcBef>
              </a:pPr>
              <a:r>
                <a:rPr lang="en-US" sz="4000" dirty="0">
                  <a:solidFill>
                    <a:schemeClr val="bg1"/>
                  </a:solidFill>
                  <a:ea typeface="Human Sans" charset="0"/>
                  <a:cs typeface="Human Sans" charset="0"/>
                </a:rPr>
                <a:t>session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39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697C0-9855-2BC1-F5D2-5023D7718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5CE7F7C-49A7-D467-860A-AC22BE98B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Storage API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F9902220-AEF9-D3DD-CE3F-2F76840C3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903" y="1435723"/>
            <a:ext cx="8634193" cy="433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383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3B58A-9582-A783-136B-3F69BC40D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7E21ECE-34C9-BFAA-7910-189D3147C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JWT</a:t>
            </a: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9B473EA9-B6C7-EAE9-05E2-87E31420E184}"/>
              </a:ext>
            </a:extLst>
          </p:cNvPr>
          <p:cNvSpPr txBox="1">
            <a:spLocks/>
          </p:cNvSpPr>
          <p:nvPr/>
        </p:nvSpPr>
        <p:spPr>
          <a:xfrm>
            <a:off x="1852612" y="3429000"/>
            <a:ext cx="8486775" cy="17815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hu-HU" sz="3600" b="0" dirty="0">
                <a:solidFill>
                  <a:schemeClr val="accent6">
                    <a:lumMod val="75000"/>
                  </a:schemeClr>
                </a:solidFill>
              </a:rPr>
              <a:t>&lt;</a:t>
            </a:r>
            <a:r>
              <a:rPr lang="hu-HU" sz="3600" b="0" dirty="0" err="1">
                <a:solidFill>
                  <a:schemeClr val="accent6">
                    <a:lumMod val="75000"/>
                  </a:schemeClr>
                </a:solidFill>
              </a:rPr>
              <a:t>header</a:t>
            </a:r>
            <a:r>
              <a:rPr lang="hu-HU" sz="3600" b="0" dirty="0">
                <a:solidFill>
                  <a:schemeClr val="accent6">
                    <a:lumMod val="75000"/>
                  </a:schemeClr>
                </a:solidFill>
              </a:rPr>
              <a:t>&gt; </a:t>
            </a:r>
            <a:r>
              <a:rPr lang="hu-HU" sz="3600" b="0" dirty="0"/>
              <a:t>. &lt;</a:t>
            </a:r>
            <a:r>
              <a:rPr lang="hu-HU" sz="3600" b="0" dirty="0" err="1"/>
              <a:t>payload</a:t>
            </a:r>
            <a:r>
              <a:rPr lang="hu-HU" sz="3600" b="0" dirty="0"/>
              <a:t>&gt; . </a:t>
            </a:r>
            <a:r>
              <a:rPr lang="hu-HU" sz="3600" b="0" dirty="0">
                <a:solidFill>
                  <a:srgbClr val="00B0F0"/>
                </a:solidFill>
              </a:rPr>
              <a:t>&lt;</a:t>
            </a:r>
            <a:r>
              <a:rPr lang="hu-HU" sz="3600" b="0" dirty="0" err="1">
                <a:solidFill>
                  <a:srgbClr val="00B0F0"/>
                </a:solidFill>
              </a:rPr>
              <a:t>signature</a:t>
            </a:r>
            <a:r>
              <a:rPr lang="hu-HU" sz="3600" b="0" dirty="0">
                <a:solidFill>
                  <a:srgbClr val="00B0F0"/>
                </a:solidFill>
              </a:rPr>
              <a:t>&gt;</a:t>
            </a:r>
            <a:br>
              <a:rPr lang="hu-HU" sz="3600" b="0" dirty="0"/>
            </a:br>
            <a:br>
              <a:rPr lang="hu-HU" sz="3600" b="0" dirty="0"/>
            </a:br>
            <a:r>
              <a:rPr lang="hu-HU" sz="2000" b="0" dirty="0">
                <a:solidFill>
                  <a:schemeClr val="bg1">
                    <a:lumMod val="75000"/>
                  </a:schemeClr>
                </a:solidFill>
              </a:rPr>
              <a:t>base64</a:t>
            </a:r>
            <a:endParaRPr lang="hu-HU" sz="3600" b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3DF8D948-A39F-DDB0-950F-3A725F8A01DA}"/>
              </a:ext>
            </a:extLst>
          </p:cNvPr>
          <p:cNvSpPr txBox="1">
            <a:spLocks/>
          </p:cNvSpPr>
          <p:nvPr/>
        </p:nvSpPr>
        <p:spPr>
          <a:xfrm>
            <a:off x="1838544" y="1878181"/>
            <a:ext cx="8486775" cy="11386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hu-HU" sz="3600" b="0" dirty="0"/>
              <a:t>J</a:t>
            </a:r>
            <a:r>
              <a:rPr lang="hu-HU" sz="3600" b="0" dirty="0">
                <a:solidFill>
                  <a:schemeClr val="bg1">
                    <a:lumMod val="75000"/>
                  </a:schemeClr>
                </a:solidFill>
              </a:rPr>
              <a:t>SON</a:t>
            </a:r>
            <a:r>
              <a:rPr lang="hu-HU" sz="3600" b="0" dirty="0"/>
              <a:t> W</a:t>
            </a:r>
            <a:r>
              <a:rPr lang="hu-HU" sz="3600" b="0" dirty="0">
                <a:solidFill>
                  <a:schemeClr val="bg1">
                    <a:lumMod val="75000"/>
                  </a:schemeClr>
                </a:solidFill>
              </a:rPr>
              <a:t>eb</a:t>
            </a:r>
            <a:r>
              <a:rPr lang="hu-HU" sz="3600" b="0" dirty="0"/>
              <a:t> </a:t>
            </a:r>
            <a:r>
              <a:rPr lang="hu-HU" sz="3600" b="0" dirty="0" err="1"/>
              <a:t>T</a:t>
            </a:r>
            <a:r>
              <a:rPr lang="hu-HU" sz="3600" b="0" dirty="0" err="1">
                <a:solidFill>
                  <a:schemeClr val="bg1">
                    <a:lumMod val="75000"/>
                  </a:schemeClr>
                </a:solidFill>
              </a:rPr>
              <a:t>oken</a:t>
            </a:r>
            <a:endParaRPr lang="hu-HU" sz="3600" b="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68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2B736-EE1F-F4D3-3EC8-EDA85E4EF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ED2C3F9-8E34-FFA7-A51C-D02E8AFA3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JWT</a:t>
            </a: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D7EF7F9F-E188-69FF-1ECC-D24F07B5B9FC}"/>
              </a:ext>
            </a:extLst>
          </p:cNvPr>
          <p:cNvSpPr txBox="1">
            <a:spLocks/>
          </p:cNvSpPr>
          <p:nvPr/>
        </p:nvSpPr>
        <p:spPr>
          <a:xfrm>
            <a:off x="2309812" y="3429000"/>
            <a:ext cx="8486775" cy="17815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hu-HU" sz="3600" b="0" dirty="0" err="1">
                <a:solidFill>
                  <a:schemeClr val="bg1">
                    <a:lumMod val="75000"/>
                  </a:schemeClr>
                </a:solidFill>
              </a:rPr>
              <a:t>Authorization</a:t>
            </a:r>
            <a:endParaRPr lang="hu-HU" sz="3600" b="0" dirty="0">
              <a:solidFill>
                <a:schemeClr val="bg1">
                  <a:lumMod val="75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hu-HU" sz="3600" b="0" dirty="0" err="1">
                <a:solidFill>
                  <a:schemeClr val="bg1">
                    <a:lumMod val="75000"/>
                  </a:schemeClr>
                </a:solidFill>
              </a:rPr>
              <a:t>Information</a:t>
            </a:r>
            <a:r>
              <a:rPr lang="hu-HU" sz="3600" b="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hu-HU" sz="3600" b="0" dirty="0" err="1">
                <a:solidFill>
                  <a:schemeClr val="bg1">
                    <a:lumMod val="75000"/>
                  </a:schemeClr>
                </a:solidFill>
              </a:rPr>
              <a:t>exchange</a:t>
            </a:r>
            <a:endParaRPr lang="hu-HU" sz="3600" b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C866048F-376D-049B-A939-AFFD9092292F}"/>
              </a:ext>
            </a:extLst>
          </p:cNvPr>
          <p:cNvSpPr txBox="1">
            <a:spLocks/>
          </p:cNvSpPr>
          <p:nvPr/>
        </p:nvSpPr>
        <p:spPr>
          <a:xfrm>
            <a:off x="1838544" y="1878181"/>
            <a:ext cx="8486775" cy="11386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hu-HU" sz="3600" b="0" dirty="0" err="1"/>
              <a:t>It’s</a:t>
            </a:r>
            <a:r>
              <a:rPr lang="hu-HU" sz="3600" b="0" dirty="0"/>
              <a:t> a </a:t>
            </a:r>
            <a:r>
              <a:rPr lang="hu-HU" sz="3600" b="0" dirty="0" err="1"/>
              <a:t>token</a:t>
            </a:r>
            <a:r>
              <a:rPr lang="hu-HU" sz="3600" b="0" dirty="0"/>
              <a:t> </a:t>
            </a:r>
            <a:r>
              <a:rPr lang="hu-HU" sz="3600" b="0" dirty="0" err="1"/>
              <a:t>for</a:t>
            </a:r>
            <a:r>
              <a:rPr lang="hu-HU" sz="3600" b="0" dirty="0"/>
              <a:t> </a:t>
            </a:r>
            <a:r>
              <a:rPr lang="hu-HU" sz="3600" b="0" dirty="0" err="1"/>
              <a:t>the</a:t>
            </a:r>
            <a:r>
              <a:rPr lang="hu-HU" sz="3600" b="0" dirty="0"/>
              <a:t> web in JSON format...</a:t>
            </a:r>
            <a:endParaRPr lang="hu-HU" sz="3600" b="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8472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D6B73-C578-CF6D-F068-7462EEAC6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92D31F0-0560-A6A4-1C98-FC798B4EA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JWT</a:t>
            </a:r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DBCE66B6-9E59-3B37-6FDB-C7047409F228}"/>
              </a:ext>
            </a:extLst>
          </p:cNvPr>
          <p:cNvSpPr txBox="1">
            <a:spLocks/>
          </p:cNvSpPr>
          <p:nvPr/>
        </p:nvSpPr>
        <p:spPr>
          <a:xfrm>
            <a:off x="633632" y="1878181"/>
            <a:ext cx="11210706" cy="11386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hu-HU" sz="1600" b="0" dirty="0">
                <a:solidFill>
                  <a:schemeClr val="accent6">
                    <a:lumMod val="75000"/>
                  </a:schemeClr>
                </a:solidFill>
              </a:rPr>
              <a:t>eyJhbGciOiJIUzI1NiIsInR5cCI6IkpXVCJ9</a:t>
            </a:r>
            <a:r>
              <a:rPr lang="hu-HU" sz="1800" b="0" dirty="0"/>
              <a:t>.eyJzdWIiOiIxMjM0NTY3ODkwIiwibmFtZSI6IkpvaG4gRG9lIiwiYWRtaW4iOnRydWUsImlhdCI6MTUxNjIzOTAyMn0.</a:t>
            </a:r>
            <a:r>
              <a:rPr lang="hu-HU" sz="1600" b="0" dirty="0">
                <a:solidFill>
                  <a:srgbClr val="00B0F0"/>
                </a:solidFill>
              </a:rPr>
              <a:t>KMUFsIDTnFmyG3nMiGM6H9FNFUROf3wh7SmqJp-QV30</a:t>
            </a:r>
            <a:endParaRPr lang="hu-HU" sz="3600" b="0" dirty="0">
              <a:solidFill>
                <a:srgbClr val="00B0F0"/>
              </a:solidFill>
            </a:endParaRP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FDD4518F-858B-DCC6-86FB-6D233B60F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944" y="3182937"/>
            <a:ext cx="3257885" cy="1989138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FDEA6A06-28FD-44EB-5259-C7421DA3A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906" y="3182937"/>
            <a:ext cx="3366533" cy="2484044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E5D89772-9CF3-D43E-B6FB-4DBFC9A03C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2516" y="3182937"/>
            <a:ext cx="3257884" cy="277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35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4C6EE-3DC7-A24F-1F69-969A45D50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358DBC4-34AB-A0AC-1D21-936A7FFE6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Secret handling</a:t>
            </a:r>
          </a:p>
        </p:txBody>
      </p:sp>
      <p:sp>
        <p:nvSpPr>
          <p:cNvPr id="3" name="Cím 1">
            <a:extLst>
              <a:ext uri="{FF2B5EF4-FFF2-40B4-BE49-F238E27FC236}">
                <a16:creationId xmlns:a16="http://schemas.microsoft.com/office/drawing/2014/main" id="{9C422F35-E81A-0E0A-223D-7036D63E4FEA}"/>
              </a:ext>
            </a:extLst>
          </p:cNvPr>
          <p:cNvSpPr txBox="1">
            <a:spLocks/>
          </p:cNvSpPr>
          <p:nvPr/>
        </p:nvSpPr>
        <p:spPr>
          <a:xfrm>
            <a:off x="1852612" y="2204621"/>
            <a:ext cx="8486775" cy="33432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hu-HU" b="0" dirty="0"/>
              <a:t>A </a:t>
            </a:r>
            <a:r>
              <a:rPr lang="hu-HU" b="0" dirty="0" err="1"/>
              <a:t>secret</a:t>
            </a:r>
            <a:r>
              <a:rPr lang="hu-HU" b="0" dirty="0"/>
              <a:t> </a:t>
            </a:r>
            <a:r>
              <a:rPr lang="hu-HU" b="0" dirty="0" err="1"/>
              <a:t>value</a:t>
            </a:r>
            <a:r>
              <a:rPr lang="hu-HU" b="0" dirty="0"/>
              <a:t> is </a:t>
            </a:r>
            <a:r>
              <a:rPr lang="hu-HU" b="0" dirty="0" err="1"/>
              <a:t>usually</a:t>
            </a:r>
            <a:r>
              <a:rPr lang="hu-HU" b="0" dirty="0"/>
              <a:t> a „</a:t>
            </a:r>
            <a:r>
              <a:rPr lang="hu-HU" b="0" dirty="0" err="1"/>
              <a:t>configuration</a:t>
            </a:r>
            <a:r>
              <a:rPr lang="hu-HU" b="0" dirty="0"/>
              <a:t>” </a:t>
            </a:r>
            <a:r>
              <a:rPr lang="hu-HU" b="0" dirty="0" err="1"/>
              <a:t>that</a:t>
            </a:r>
            <a:r>
              <a:rPr lang="hu-HU" b="0" dirty="0"/>
              <a:t> is </a:t>
            </a:r>
            <a:r>
              <a:rPr lang="hu-HU" b="0" dirty="0" err="1"/>
              <a:t>essential</a:t>
            </a:r>
            <a:r>
              <a:rPr lang="hu-HU" b="0" dirty="0"/>
              <a:t> </a:t>
            </a:r>
            <a:r>
              <a:rPr lang="hu-HU" b="0" dirty="0" err="1"/>
              <a:t>for</a:t>
            </a:r>
            <a:r>
              <a:rPr lang="hu-HU" b="0" dirty="0"/>
              <a:t> a </a:t>
            </a:r>
            <a:r>
              <a:rPr lang="hu-HU" b="0" dirty="0" err="1"/>
              <a:t>key</a:t>
            </a:r>
            <a:r>
              <a:rPr lang="hu-HU" b="0" dirty="0"/>
              <a:t> </a:t>
            </a:r>
            <a:r>
              <a:rPr lang="hu-HU" b="0" dirty="0" err="1"/>
              <a:t>functionality</a:t>
            </a:r>
            <a:r>
              <a:rPr lang="hu-HU" b="0" dirty="0"/>
              <a:t> </a:t>
            </a:r>
            <a:r>
              <a:rPr lang="hu-HU" b="0" dirty="0" err="1"/>
              <a:t>to</a:t>
            </a:r>
            <a:r>
              <a:rPr lang="hu-HU" b="0" dirty="0"/>
              <a:t> </a:t>
            </a:r>
            <a:r>
              <a:rPr lang="hu-HU" b="0" dirty="0" err="1"/>
              <a:t>work</a:t>
            </a:r>
            <a:r>
              <a:rPr lang="hu-HU" b="0" dirty="0"/>
              <a:t>.</a:t>
            </a:r>
            <a:br>
              <a:rPr lang="hu-HU" b="0" dirty="0"/>
            </a:br>
            <a:br>
              <a:rPr lang="hu-HU" b="0" dirty="0"/>
            </a:br>
            <a:endParaRPr lang="hu-HU" b="0" dirty="0"/>
          </a:p>
          <a:p>
            <a:r>
              <a:rPr lang="hu-HU" b="0" dirty="0" err="1"/>
              <a:t>You</a:t>
            </a:r>
            <a:r>
              <a:rPr lang="hu-HU" b="0" dirty="0"/>
              <a:t> </a:t>
            </a:r>
            <a:r>
              <a:rPr lang="hu-HU" b="0" dirty="0" err="1"/>
              <a:t>can</a:t>
            </a:r>
            <a:r>
              <a:rPr lang="hu-HU" b="0" dirty="0"/>
              <a:t> </a:t>
            </a:r>
            <a:r>
              <a:rPr lang="hu-HU" b="0" dirty="0" err="1"/>
              <a:t>think</a:t>
            </a:r>
            <a:r>
              <a:rPr lang="hu-HU" b="0" dirty="0"/>
              <a:t> of </a:t>
            </a:r>
            <a:r>
              <a:rPr lang="hu-HU" b="0" dirty="0" err="1"/>
              <a:t>the</a:t>
            </a:r>
            <a:r>
              <a:rPr lang="hu-HU" b="0" dirty="0"/>
              <a:t> </a:t>
            </a:r>
            <a:r>
              <a:rPr lang="hu-HU" b="0" dirty="0" err="1"/>
              <a:t>following</a:t>
            </a:r>
            <a:r>
              <a:rPr lang="hu-HU" b="0" dirty="0"/>
              <a:t> </a:t>
            </a:r>
            <a:r>
              <a:rPr lang="hu-HU" b="0" dirty="0" err="1"/>
              <a:t>examples</a:t>
            </a:r>
            <a:r>
              <a:rPr lang="hu-HU" b="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b="0" dirty="0"/>
              <a:t>API </a:t>
            </a:r>
            <a:r>
              <a:rPr lang="hu-HU" b="0" dirty="0" err="1"/>
              <a:t>keys</a:t>
            </a:r>
            <a:endParaRPr lang="hu-HU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b="0" dirty="0" err="1"/>
              <a:t>private</a:t>
            </a:r>
            <a:r>
              <a:rPr lang="hu-HU" b="0" dirty="0"/>
              <a:t> </a:t>
            </a:r>
            <a:r>
              <a:rPr lang="hu-HU" b="0" dirty="0" err="1"/>
              <a:t>keys</a:t>
            </a:r>
            <a:endParaRPr lang="hu-HU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b="0" dirty="0" err="1"/>
              <a:t>connection</a:t>
            </a:r>
            <a:r>
              <a:rPr lang="hu-HU" b="0" dirty="0"/>
              <a:t> </a:t>
            </a:r>
            <a:r>
              <a:rPr lang="hu-HU" b="0" dirty="0" err="1"/>
              <a:t>strings</a:t>
            </a:r>
            <a:r>
              <a:rPr lang="hu-HU" b="0" dirty="0"/>
              <a:t> </a:t>
            </a:r>
            <a:r>
              <a:rPr lang="hu-HU" b="0" dirty="0" err="1"/>
              <a:t>to</a:t>
            </a:r>
            <a:r>
              <a:rPr lang="hu-HU" b="0" dirty="0"/>
              <a:t> </a:t>
            </a:r>
            <a:r>
              <a:rPr lang="hu-HU" b="0" dirty="0" err="1"/>
              <a:t>databases</a:t>
            </a:r>
            <a:endParaRPr lang="hu-HU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b="0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7530833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A5964-9327-3E91-6415-045A966F3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1106531-5B49-C839-FAB0-BB034CEBD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Secret handling</a:t>
            </a:r>
          </a:p>
        </p:txBody>
      </p:sp>
      <p:sp>
        <p:nvSpPr>
          <p:cNvPr id="3" name="Cím 1">
            <a:extLst>
              <a:ext uri="{FF2B5EF4-FFF2-40B4-BE49-F238E27FC236}">
                <a16:creationId xmlns:a16="http://schemas.microsoft.com/office/drawing/2014/main" id="{04B6CFCD-7288-FEB5-43BC-E930D62CC41C}"/>
              </a:ext>
            </a:extLst>
          </p:cNvPr>
          <p:cNvSpPr txBox="1">
            <a:spLocks/>
          </p:cNvSpPr>
          <p:nvPr/>
        </p:nvSpPr>
        <p:spPr>
          <a:xfrm>
            <a:off x="1852612" y="2204621"/>
            <a:ext cx="8486775" cy="417077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b="0" dirty="0" err="1"/>
              <a:t>If</a:t>
            </a:r>
            <a:r>
              <a:rPr lang="hu-HU" b="0" dirty="0"/>
              <a:t> a </a:t>
            </a:r>
            <a:r>
              <a:rPr lang="hu-HU" b="0" dirty="0" err="1"/>
              <a:t>value</a:t>
            </a:r>
            <a:r>
              <a:rPr lang="hu-HU" b="0" dirty="0"/>
              <a:t> is </a:t>
            </a:r>
            <a:r>
              <a:rPr lang="hu-HU" b="0" dirty="0" err="1"/>
              <a:t>sent</a:t>
            </a:r>
            <a:r>
              <a:rPr lang="hu-HU" b="0" dirty="0"/>
              <a:t> </a:t>
            </a:r>
            <a:r>
              <a:rPr lang="hu-HU" b="0" dirty="0" err="1"/>
              <a:t>to</a:t>
            </a:r>
            <a:r>
              <a:rPr lang="hu-HU" b="0" dirty="0"/>
              <a:t> </a:t>
            </a:r>
            <a:r>
              <a:rPr lang="hu-HU" b="0" dirty="0" err="1"/>
              <a:t>the</a:t>
            </a:r>
            <a:r>
              <a:rPr lang="hu-HU" b="0" dirty="0"/>
              <a:t> </a:t>
            </a:r>
            <a:r>
              <a:rPr lang="hu-HU" i="1" dirty="0" err="1"/>
              <a:t>client</a:t>
            </a:r>
            <a:r>
              <a:rPr lang="hu-HU" b="0" dirty="0"/>
              <a:t> </a:t>
            </a:r>
            <a:r>
              <a:rPr lang="hu-HU" b="0" dirty="0" err="1"/>
              <a:t>it’s</a:t>
            </a:r>
            <a:r>
              <a:rPr lang="hu-HU" b="0" dirty="0"/>
              <a:t> </a:t>
            </a:r>
            <a:r>
              <a:rPr lang="hu-HU" b="0" dirty="0" err="1"/>
              <a:t>not</a:t>
            </a:r>
            <a:r>
              <a:rPr lang="hu-HU" b="0" dirty="0"/>
              <a:t> </a:t>
            </a:r>
            <a:r>
              <a:rPr lang="hu-HU" b="0" dirty="0" err="1"/>
              <a:t>considered</a:t>
            </a:r>
            <a:r>
              <a:rPr lang="hu-HU" b="0" dirty="0"/>
              <a:t> a </a:t>
            </a:r>
            <a:r>
              <a:rPr lang="hu-HU" b="0" dirty="0" err="1"/>
              <a:t>secret</a:t>
            </a:r>
            <a:r>
              <a:rPr lang="hu-HU" b="0" dirty="0"/>
              <a:t> </a:t>
            </a:r>
            <a:r>
              <a:rPr lang="hu-HU" b="0" dirty="0" err="1"/>
              <a:t>anymore</a:t>
            </a:r>
            <a:endParaRPr lang="hu-HU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b="0" dirty="0" err="1"/>
              <a:t>Secret</a:t>
            </a:r>
            <a:r>
              <a:rPr lang="hu-HU" b="0" dirty="0"/>
              <a:t> </a:t>
            </a:r>
            <a:r>
              <a:rPr lang="hu-HU" b="0" dirty="0" err="1"/>
              <a:t>values</a:t>
            </a:r>
            <a:r>
              <a:rPr lang="hu-HU" b="0" dirty="0"/>
              <a:t> </a:t>
            </a:r>
            <a:r>
              <a:rPr lang="hu-HU" b="0" dirty="0" err="1"/>
              <a:t>should</a:t>
            </a:r>
            <a:r>
              <a:rPr lang="hu-HU" b="0" dirty="0"/>
              <a:t>*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bg1"/>
                </a:solidFill>
              </a:rPr>
              <a:t>not</a:t>
            </a:r>
            <a:r>
              <a:rPr lang="hu-HU" dirty="0">
                <a:solidFill>
                  <a:schemeClr val="bg1"/>
                </a:solidFill>
              </a:rPr>
              <a:t> be </a:t>
            </a:r>
            <a:r>
              <a:rPr lang="hu-HU" dirty="0" err="1">
                <a:solidFill>
                  <a:schemeClr val="bg1"/>
                </a:solidFill>
              </a:rPr>
              <a:t>commited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to</a:t>
            </a:r>
            <a:r>
              <a:rPr lang="hu-HU" dirty="0">
                <a:solidFill>
                  <a:schemeClr val="bg1"/>
                </a:solidFill>
              </a:rPr>
              <a:t> a (</a:t>
            </a:r>
            <a:r>
              <a:rPr lang="hu-HU" dirty="0" err="1">
                <a:solidFill>
                  <a:schemeClr val="bg1"/>
                </a:solidFill>
              </a:rPr>
              <a:t>git</a:t>
            </a:r>
            <a:r>
              <a:rPr lang="hu-HU" dirty="0">
                <a:solidFill>
                  <a:schemeClr val="bg1"/>
                </a:solidFill>
              </a:rPr>
              <a:t>) </a:t>
            </a:r>
            <a:r>
              <a:rPr lang="hu-HU" dirty="0" err="1">
                <a:solidFill>
                  <a:schemeClr val="bg1"/>
                </a:solidFill>
              </a:rPr>
              <a:t>repository</a:t>
            </a:r>
            <a:endParaRPr lang="hu-HU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bg1"/>
                </a:solidFill>
              </a:rPr>
              <a:t>n</a:t>
            </a:r>
            <a:r>
              <a:rPr lang="hu-HU" b="0" dirty="0" err="1">
                <a:solidFill>
                  <a:schemeClr val="bg1"/>
                </a:solidFill>
              </a:rPr>
              <a:t>ot</a:t>
            </a:r>
            <a:r>
              <a:rPr lang="hu-HU" b="0" dirty="0">
                <a:solidFill>
                  <a:schemeClr val="bg1"/>
                </a:solidFill>
              </a:rPr>
              <a:t> be </a:t>
            </a:r>
            <a:r>
              <a:rPr lang="hu-HU" b="0" dirty="0" err="1">
                <a:solidFill>
                  <a:schemeClr val="bg1"/>
                </a:solidFill>
              </a:rPr>
              <a:t>sent</a:t>
            </a:r>
            <a:r>
              <a:rPr lang="hu-HU" b="0" dirty="0">
                <a:solidFill>
                  <a:schemeClr val="bg1"/>
                </a:solidFill>
              </a:rPr>
              <a:t> </a:t>
            </a:r>
            <a:r>
              <a:rPr lang="hu-HU" b="0" dirty="0" err="1">
                <a:solidFill>
                  <a:schemeClr val="bg1"/>
                </a:solidFill>
              </a:rPr>
              <a:t>through</a:t>
            </a:r>
            <a:r>
              <a:rPr lang="hu-HU" b="0" dirty="0">
                <a:solidFill>
                  <a:schemeClr val="bg1"/>
                </a:solidFill>
              </a:rPr>
              <a:t> </a:t>
            </a:r>
            <a:r>
              <a:rPr lang="hu-HU" b="0" dirty="0" err="1">
                <a:solidFill>
                  <a:schemeClr val="bg1"/>
                </a:solidFill>
              </a:rPr>
              <a:t>insecure</a:t>
            </a:r>
            <a:r>
              <a:rPr lang="hu-HU" b="0" dirty="0">
                <a:solidFill>
                  <a:schemeClr val="bg1"/>
                </a:solidFill>
              </a:rPr>
              <a:t> </a:t>
            </a:r>
            <a:r>
              <a:rPr lang="hu-HU" b="0" dirty="0" err="1">
                <a:solidFill>
                  <a:schemeClr val="bg1"/>
                </a:solidFill>
              </a:rPr>
              <a:t>channels</a:t>
            </a:r>
            <a:r>
              <a:rPr lang="hu-HU" b="0" dirty="0">
                <a:solidFill>
                  <a:schemeClr val="bg1"/>
                </a:solidFill>
              </a:rPr>
              <a:t> (</a:t>
            </a:r>
            <a:r>
              <a:rPr lang="hu-HU" b="0" dirty="0" err="1">
                <a:solidFill>
                  <a:schemeClr val="bg1"/>
                </a:solidFill>
              </a:rPr>
              <a:t>e.g</a:t>
            </a:r>
            <a:r>
              <a:rPr lang="hu-HU" b="0" dirty="0">
                <a:solidFill>
                  <a:schemeClr val="bg1"/>
                </a:solidFill>
              </a:rPr>
              <a:t>. </a:t>
            </a:r>
            <a:r>
              <a:rPr lang="hu-HU" dirty="0" err="1">
                <a:solidFill>
                  <a:schemeClr val="bg1"/>
                </a:solidFill>
              </a:rPr>
              <a:t>s</a:t>
            </a:r>
            <a:r>
              <a:rPr lang="hu-HU" b="0" dirty="0" err="1">
                <a:solidFill>
                  <a:schemeClr val="bg1"/>
                </a:solidFill>
              </a:rPr>
              <a:t>haring</a:t>
            </a:r>
            <a:r>
              <a:rPr lang="hu-HU" b="0" dirty="0">
                <a:solidFill>
                  <a:schemeClr val="bg1"/>
                </a:solidFill>
              </a:rPr>
              <a:t> </a:t>
            </a:r>
            <a:r>
              <a:rPr lang="hu-HU" b="0" dirty="0" err="1">
                <a:solidFill>
                  <a:schemeClr val="bg1"/>
                </a:solidFill>
              </a:rPr>
              <a:t>your</a:t>
            </a:r>
            <a:r>
              <a:rPr lang="hu-HU" b="0" dirty="0">
                <a:solidFill>
                  <a:schemeClr val="bg1"/>
                </a:solidFill>
              </a:rPr>
              <a:t> </a:t>
            </a:r>
            <a:r>
              <a:rPr lang="hu-HU" b="0" dirty="0" err="1">
                <a:solidFill>
                  <a:schemeClr val="bg1"/>
                </a:solidFill>
              </a:rPr>
              <a:t>screen</a:t>
            </a:r>
            <a:r>
              <a:rPr lang="hu-HU" b="0" dirty="0">
                <a:solidFill>
                  <a:schemeClr val="bg1"/>
                </a:solidFill>
              </a:rPr>
              <a:t> </a:t>
            </a:r>
            <a:r>
              <a:rPr lang="hu-HU" b="0" dirty="0" err="1">
                <a:solidFill>
                  <a:schemeClr val="bg1"/>
                </a:solidFill>
              </a:rPr>
              <a:t>on</a:t>
            </a:r>
            <a:r>
              <a:rPr lang="hu-HU" b="0" dirty="0">
                <a:solidFill>
                  <a:schemeClr val="bg1"/>
                </a:solidFill>
              </a:rPr>
              <a:t> </a:t>
            </a:r>
            <a:r>
              <a:rPr lang="hu-HU" b="0" dirty="0" err="1">
                <a:solidFill>
                  <a:schemeClr val="bg1"/>
                </a:solidFill>
              </a:rPr>
              <a:t>Teams</a:t>
            </a:r>
            <a:r>
              <a:rPr lang="hu-HU" b="0" dirty="0">
                <a:solidFill>
                  <a:schemeClr val="bg1"/>
                </a:solidFill>
              </a:rPr>
              <a:t>, email)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</a:rPr>
              <a:t>be </a:t>
            </a:r>
            <a:r>
              <a:rPr lang="hu-HU" dirty="0" err="1">
                <a:solidFill>
                  <a:schemeClr val="bg1"/>
                </a:solidFill>
              </a:rPr>
              <a:t>only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accessible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on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the</a:t>
            </a:r>
            <a:r>
              <a:rPr lang="hu-HU" dirty="0">
                <a:solidFill>
                  <a:schemeClr val="bg1"/>
                </a:solidFill>
              </a:rPr>
              <a:t> server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bg1"/>
                </a:solidFill>
              </a:rPr>
              <a:t>h</a:t>
            </a:r>
            <a:r>
              <a:rPr lang="hu-HU" b="0" dirty="0" err="1">
                <a:solidFill>
                  <a:schemeClr val="bg1"/>
                </a:solidFill>
              </a:rPr>
              <a:t>ave</a:t>
            </a:r>
            <a:r>
              <a:rPr lang="hu-HU" b="0" dirty="0">
                <a:solidFill>
                  <a:schemeClr val="bg1"/>
                </a:solidFill>
              </a:rPr>
              <a:t> </a:t>
            </a:r>
            <a:r>
              <a:rPr lang="hu-HU" b="0" dirty="0" err="1">
                <a:solidFill>
                  <a:schemeClr val="bg1"/>
                </a:solidFill>
              </a:rPr>
              <a:t>some</a:t>
            </a:r>
            <a:r>
              <a:rPr lang="hu-HU" b="0" dirty="0">
                <a:solidFill>
                  <a:schemeClr val="bg1"/>
                </a:solidFill>
              </a:rPr>
              <a:t> sort of policy </a:t>
            </a:r>
            <a:r>
              <a:rPr lang="hu-HU" b="0" dirty="0" err="1">
                <a:solidFill>
                  <a:schemeClr val="bg1"/>
                </a:solidFill>
              </a:rPr>
              <a:t>regarding</a:t>
            </a:r>
            <a:r>
              <a:rPr lang="hu-HU" b="0" dirty="0">
                <a:solidFill>
                  <a:schemeClr val="bg1"/>
                </a:solidFill>
              </a:rPr>
              <a:t> </a:t>
            </a:r>
            <a:r>
              <a:rPr lang="hu-HU" b="0" dirty="0" err="1">
                <a:solidFill>
                  <a:schemeClr val="bg1"/>
                </a:solidFill>
              </a:rPr>
              <a:t>expiration</a:t>
            </a:r>
            <a:r>
              <a:rPr lang="hu-HU" b="0" dirty="0">
                <a:solidFill>
                  <a:schemeClr val="bg1"/>
                </a:solidFill>
              </a:rPr>
              <a:t> /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rotation</a:t>
            </a:r>
            <a:endParaRPr lang="hu-HU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</a:rPr>
              <a:t>be </a:t>
            </a:r>
            <a:r>
              <a:rPr lang="hu-HU" dirty="0" err="1">
                <a:solidFill>
                  <a:schemeClr val="bg1"/>
                </a:solidFill>
              </a:rPr>
              <a:t>different</a:t>
            </a:r>
            <a:r>
              <a:rPr lang="hu-HU" dirty="0">
                <a:solidFill>
                  <a:schemeClr val="bg1"/>
                </a:solidFill>
              </a:rPr>
              <a:t> per </a:t>
            </a:r>
            <a:r>
              <a:rPr lang="hu-HU" dirty="0" err="1">
                <a:solidFill>
                  <a:schemeClr val="bg1"/>
                </a:solidFill>
              </a:rPr>
              <a:t>environment</a:t>
            </a:r>
            <a:endParaRPr lang="hu-HU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b="0" dirty="0">
                <a:solidFill>
                  <a:schemeClr val="bg1"/>
                </a:solidFill>
              </a:rPr>
              <a:t>...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hu-HU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hu-HU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hu-HU" b="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hu-HU" dirty="0">
              <a:solidFill>
                <a:schemeClr val="bg1"/>
              </a:solidFill>
            </a:endParaRPr>
          </a:p>
          <a:p>
            <a:pPr lvl="1"/>
            <a:endParaRPr lang="hu-HU" b="0" dirty="0">
              <a:solidFill>
                <a:schemeClr val="bg1"/>
              </a:solidFill>
            </a:endParaRPr>
          </a:p>
          <a:p>
            <a:r>
              <a:rPr lang="hu-HU" sz="1600" b="0" dirty="0">
                <a:solidFill>
                  <a:schemeClr val="bg1">
                    <a:lumMod val="75000"/>
                  </a:schemeClr>
                </a:solidFill>
              </a:rPr>
              <a:t>*</a:t>
            </a:r>
            <a:r>
              <a:rPr lang="hu-HU" sz="1600" b="0" dirty="0" err="1">
                <a:solidFill>
                  <a:schemeClr val="bg1">
                    <a:lumMod val="75000"/>
                  </a:schemeClr>
                </a:solidFill>
              </a:rPr>
              <a:t>these</a:t>
            </a:r>
            <a:r>
              <a:rPr lang="hu-HU" sz="1600" b="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hu-HU" sz="1600" b="0" dirty="0" err="1">
                <a:solidFill>
                  <a:schemeClr val="bg1">
                    <a:lumMod val="75000"/>
                  </a:schemeClr>
                </a:solidFill>
              </a:rPr>
              <a:t>are</a:t>
            </a:r>
            <a:r>
              <a:rPr lang="hu-HU" sz="1600" b="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hu-HU" sz="1600" b="0" dirty="0" err="1">
                <a:solidFill>
                  <a:schemeClr val="bg1">
                    <a:lumMod val="75000"/>
                  </a:schemeClr>
                </a:solidFill>
              </a:rPr>
              <a:t>considered</a:t>
            </a:r>
            <a:r>
              <a:rPr lang="hu-HU" sz="1600" b="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hu-HU" sz="1600" b="0" dirty="0" err="1">
                <a:solidFill>
                  <a:schemeClr val="bg1">
                    <a:lumMod val="75000"/>
                  </a:schemeClr>
                </a:solidFill>
              </a:rPr>
              <a:t>good</a:t>
            </a:r>
            <a:r>
              <a:rPr lang="hu-HU" sz="1600" b="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hu-HU" sz="1600" b="0" dirty="0" err="1">
                <a:solidFill>
                  <a:schemeClr val="bg1">
                    <a:lumMod val="75000"/>
                  </a:schemeClr>
                </a:solidFill>
              </a:rPr>
              <a:t>practices</a:t>
            </a:r>
            <a:r>
              <a:rPr lang="hu-HU" sz="1600" b="0" dirty="0">
                <a:solidFill>
                  <a:schemeClr val="bg1">
                    <a:lumMod val="75000"/>
                  </a:schemeClr>
                </a:solidFill>
              </a:rPr>
              <a:t>, and </a:t>
            </a:r>
            <a:r>
              <a:rPr lang="hu-HU" sz="1600" b="0" dirty="0" err="1">
                <a:solidFill>
                  <a:schemeClr val="bg1">
                    <a:lumMod val="75000"/>
                  </a:schemeClr>
                </a:solidFill>
              </a:rPr>
              <a:t>help</a:t>
            </a:r>
            <a:r>
              <a:rPr lang="hu-HU" sz="1600" b="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hu-HU" sz="1600" b="0" dirty="0" err="1">
                <a:solidFill>
                  <a:schemeClr val="bg1">
                    <a:lumMod val="75000"/>
                  </a:schemeClr>
                </a:solidFill>
              </a:rPr>
              <a:t>keeping</a:t>
            </a:r>
            <a:r>
              <a:rPr lang="hu-HU" sz="1600" b="0" dirty="0">
                <a:solidFill>
                  <a:schemeClr val="bg1">
                    <a:lumMod val="75000"/>
                  </a:schemeClr>
                </a:solidFill>
              </a:rPr>
              <a:t> a </a:t>
            </a:r>
            <a:r>
              <a:rPr lang="hu-HU" sz="1600" b="0" dirty="0" err="1">
                <a:solidFill>
                  <a:schemeClr val="bg1">
                    <a:lumMod val="75000"/>
                  </a:schemeClr>
                </a:solidFill>
              </a:rPr>
              <a:t>secret</a:t>
            </a:r>
            <a:r>
              <a:rPr lang="hu-HU" sz="1600" b="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hu-HU" sz="1600" b="0" dirty="0" err="1">
                <a:solidFill>
                  <a:schemeClr val="bg1">
                    <a:lumMod val="75000"/>
                  </a:schemeClr>
                </a:solidFill>
              </a:rPr>
              <a:t>value</a:t>
            </a:r>
            <a:r>
              <a:rPr lang="hu-HU" sz="1600" b="0" dirty="0">
                <a:solidFill>
                  <a:schemeClr val="bg1">
                    <a:lumMod val="75000"/>
                  </a:schemeClr>
                </a:solidFill>
              </a:rPr>
              <a:t> a </a:t>
            </a:r>
            <a:r>
              <a:rPr lang="hu-HU" sz="1600" b="0" dirty="0" err="1">
                <a:solidFill>
                  <a:schemeClr val="bg1">
                    <a:lumMod val="75000"/>
                  </a:schemeClr>
                </a:solidFill>
              </a:rPr>
              <a:t>secret</a:t>
            </a:r>
            <a:endParaRPr lang="hu-HU" sz="1600" b="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56439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F3AF6-CCD3-4406-76A8-BDAE24B32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2BCA14C-A51B-0C6C-ED0D-EAD123E08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Secret handling</a:t>
            </a:r>
          </a:p>
        </p:txBody>
      </p:sp>
      <p:sp>
        <p:nvSpPr>
          <p:cNvPr id="3" name="Cím 1">
            <a:extLst>
              <a:ext uri="{FF2B5EF4-FFF2-40B4-BE49-F238E27FC236}">
                <a16:creationId xmlns:a16="http://schemas.microsoft.com/office/drawing/2014/main" id="{62365A54-E078-E851-9C5D-C9790C86429F}"/>
              </a:ext>
            </a:extLst>
          </p:cNvPr>
          <p:cNvSpPr txBox="1">
            <a:spLocks/>
          </p:cNvSpPr>
          <p:nvPr/>
        </p:nvSpPr>
        <p:spPr>
          <a:xfrm>
            <a:off x="1838544" y="2204621"/>
            <a:ext cx="8486775" cy="417077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b="0" dirty="0" err="1"/>
              <a:t>Typical</a:t>
            </a:r>
            <a:r>
              <a:rPr lang="hu-HU" b="0" dirty="0"/>
              <a:t> </a:t>
            </a:r>
            <a:r>
              <a:rPr lang="hu-HU" b="0" dirty="0" err="1"/>
              <a:t>use</a:t>
            </a:r>
            <a:r>
              <a:rPr lang="hu-HU" b="0" dirty="0"/>
              <a:t> </a:t>
            </a:r>
            <a:r>
              <a:rPr lang="hu-HU" b="0" dirty="0" err="1"/>
              <a:t>cases</a:t>
            </a:r>
            <a:r>
              <a:rPr lang="hu-HU" b="0" dirty="0"/>
              <a:t> in web </a:t>
            </a:r>
            <a:r>
              <a:rPr lang="hu-HU" b="0" dirty="0" err="1"/>
              <a:t>development</a:t>
            </a:r>
            <a:r>
              <a:rPr lang="hu-HU" b="0" dirty="0"/>
              <a:t> </a:t>
            </a:r>
            <a:r>
              <a:rPr lang="hu-HU" b="0" dirty="0" err="1"/>
              <a:t>include</a:t>
            </a:r>
            <a:br>
              <a:rPr lang="hu-HU" b="0" dirty="0"/>
            </a:br>
            <a:endParaRPr lang="hu-HU" b="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2000" dirty="0" err="1">
                <a:solidFill>
                  <a:schemeClr val="bg1"/>
                </a:solidFill>
              </a:rPr>
              <a:t>relying</a:t>
            </a:r>
            <a:r>
              <a:rPr lang="hu-HU" sz="2000" dirty="0">
                <a:solidFill>
                  <a:schemeClr val="bg1"/>
                </a:solidFill>
              </a:rPr>
              <a:t> </a:t>
            </a:r>
            <a:r>
              <a:rPr lang="hu-HU" sz="2000" dirty="0" err="1">
                <a:solidFill>
                  <a:schemeClr val="bg1"/>
                </a:solidFill>
              </a:rPr>
              <a:t>on</a:t>
            </a:r>
            <a:r>
              <a:rPr lang="hu-HU" sz="2000" dirty="0">
                <a:solidFill>
                  <a:schemeClr val="bg1"/>
                </a:solidFill>
              </a:rPr>
              <a:t> </a:t>
            </a:r>
            <a:r>
              <a:rPr lang="hu-HU" sz="2000" dirty="0" err="1">
                <a:solidFill>
                  <a:schemeClr val="bg1"/>
                </a:solidFill>
              </a:rPr>
              <a:t>environment</a:t>
            </a:r>
            <a:r>
              <a:rPr lang="hu-HU" sz="2000" dirty="0">
                <a:solidFill>
                  <a:schemeClr val="bg1"/>
                </a:solidFill>
              </a:rPr>
              <a:t> </a:t>
            </a:r>
            <a:r>
              <a:rPr lang="hu-HU" sz="2000" dirty="0" err="1">
                <a:solidFill>
                  <a:schemeClr val="bg1"/>
                </a:solidFill>
              </a:rPr>
              <a:t>variables</a:t>
            </a:r>
            <a:r>
              <a:rPr lang="hu-HU" sz="2000" dirty="0">
                <a:solidFill>
                  <a:schemeClr val="bg1"/>
                </a:solidFill>
              </a:rPr>
              <a:t> </a:t>
            </a:r>
            <a:r>
              <a:rPr lang="hu-HU" sz="1100" dirty="0">
                <a:solidFill>
                  <a:schemeClr val="bg1">
                    <a:lumMod val="75000"/>
                  </a:schemeClr>
                </a:solidFill>
              </a:rPr>
              <a:t>(</a:t>
            </a:r>
            <a:r>
              <a:rPr lang="hu-HU" sz="1100" dirty="0" err="1">
                <a:solidFill>
                  <a:schemeClr val="bg1">
                    <a:lumMod val="75000"/>
                  </a:schemeClr>
                </a:solidFill>
              </a:rPr>
              <a:t>aka</a:t>
            </a:r>
            <a:r>
              <a:rPr lang="hu-HU" sz="11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hu-HU" sz="1100" dirty="0" err="1">
                <a:solidFill>
                  <a:schemeClr val="bg1">
                    <a:lumMod val="75000"/>
                  </a:schemeClr>
                </a:solidFill>
              </a:rPr>
              <a:t>process.env</a:t>
            </a:r>
            <a:r>
              <a:rPr lang="hu-HU" sz="1100" dirty="0">
                <a:solidFill>
                  <a:schemeClr val="bg1">
                    <a:lumMod val="75000"/>
                  </a:schemeClr>
                </a:solidFill>
              </a:rPr>
              <a:t>)</a:t>
            </a:r>
            <a:endParaRPr lang="hu-HU" sz="2000" dirty="0">
              <a:solidFill>
                <a:schemeClr val="bg1">
                  <a:lumMod val="7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2000" dirty="0" err="1">
                <a:solidFill>
                  <a:schemeClr val="bg1"/>
                </a:solidFill>
              </a:rPr>
              <a:t>u</a:t>
            </a:r>
            <a:r>
              <a:rPr lang="hu-HU" sz="2000" b="0" dirty="0" err="1">
                <a:solidFill>
                  <a:schemeClr val="bg1"/>
                </a:solidFill>
              </a:rPr>
              <a:t>sing</a:t>
            </a:r>
            <a:r>
              <a:rPr lang="hu-HU" sz="2000" b="0" dirty="0">
                <a:solidFill>
                  <a:schemeClr val="bg1"/>
                </a:solidFill>
              </a:rPr>
              <a:t> a </a:t>
            </a:r>
            <a:r>
              <a:rPr lang="hu-HU" sz="2000" b="0" dirty="0" err="1">
                <a:solidFill>
                  <a:schemeClr val="bg1"/>
                </a:solidFill>
              </a:rPr>
              <a:t>third</a:t>
            </a:r>
            <a:r>
              <a:rPr lang="hu-HU" sz="2000" b="0" dirty="0">
                <a:solidFill>
                  <a:schemeClr val="bg1"/>
                </a:solidFill>
              </a:rPr>
              <a:t> </a:t>
            </a:r>
            <a:r>
              <a:rPr lang="hu-HU" sz="2000" b="0" dirty="0" err="1">
                <a:solidFill>
                  <a:schemeClr val="bg1"/>
                </a:solidFill>
              </a:rPr>
              <a:t>party</a:t>
            </a:r>
            <a:r>
              <a:rPr lang="hu-HU" sz="2000" b="0" dirty="0">
                <a:solidFill>
                  <a:schemeClr val="bg1"/>
                </a:solidFill>
              </a:rPr>
              <a:t> </a:t>
            </a:r>
            <a:r>
              <a:rPr lang="hu-HU" sz="2000" b="0" dirty="0" err="1">
                <a:solidFill>
                  <a:schemeClr val="bg1"/>
                </a:solidFill>
              </a:rPr>
              <a:t>secret</a:t>
            </a:r>
            <a:r>
              <a:rPr lang="hu-HU" sz="2000" b="0" dirty="0">
                <a:solidFill>
                  <a:schemeClr val="bg1"/>
                </a:solidFill>
              </a:rPr>
              <a:t> </a:t>
            </a:r>
            <a:r>
              <a:rPr lang="hu-HU" sz="2000" b="0" dirty="0" err="1">
                <a:solidFill>
                  <a:schemeClr val="bg1"/>
                </a:solidFill>
              </a:rPr>
              <a:t>manager</a:t>
            </a:r>
            <a:r>
              <a:rPr lang="hu-HU" sz="2000" b="0" dirty="0">
                <a:solidFill>
                  <a:schemeClr val="bg1"/>
                </a:solidFill>
              </a:rPr>
              <a:t> </a:t>
            </a:r>
            <a:r>
              <a:rPr lang="hu-HU" sz="1200" b="0" dirty="0">
                <a:solidFill>
                  <a:schemeClr val="bg1">
                    <a:lumMod val="75000"/>
                  </a:schemeClr>
                </a:solidFill>
              </a:rPr>
              <a:t>(</a:t>
            </a:r>
            <a:r>
              <a:rPr lang="hu-HU" sz="1200" b="0" dirty="0" err="1">
                <a:solidFill>
                  <a:schemeClr val="bg1">
                    <a:lumMod val="75000"/>
                  </a:schemeClr>
                </a:solidFill>
              </a:rPr>
              <a:t>e.g</a:t>
            </a:r>
            <a:r>
              <a:rPr lang="hu-HU" sz="1200" b="0" dirty="0">
                <a:solidFill>
                  <a:schemeClr val="bg1">
                    <a:lumMod val="75000"/>
                  </a:schemeClr>
                </a:solidFill>
              </a:rPr>
              <a:t>. AWS </a:t>
            </a:r>
            <a:r>
              <a:rPr lang="hu-HU" sz="1200" b="0" dirty="0" err="1">
                <a:solidFill>
                  <a:schemeClr val="bg1">
                    <a:lumMod val="75000"/>
                  </a:schemeClr>
                </a:solidFill>
              </a:rPr>
              <a:t>Parameter</a:t>
            </a:r>
            <a:r>
              <a:rPr lang="hu-HU" sz="1200" b="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hu-HU" sz="1200" b="0" dirty="0" err="1">
                <a:solidFill>
                  <a:schemeClr val="bg1">
                    <a:lumMod val="75000"/>
                  </a:schemeClr>
                </a:solidFill>
              </a:rPr>
              <a:t>store</a:t>
            </a:r>
            <a:r>
              <a:rPr lang="hu-HU" sz="1200" b="0" dirty="0">
                <a:solidFill>
                  <a:schemeClr val="bg1">
                    <a:lumMod val="75000"/>
                  </a:schemeClr>
                </a:solidFill>
              </a:rPr>
              <a:t>)</a:t>
            </a:r>
            <a:endParaRPr lang="hu-HU" sz="2000" b="0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8" name="Csoportba foglalás 7">
            <a:extLst>
              <a:ext uri="{FF2B5EF4-FFF2-40B4-BE49-F238E27FC236}">
                <a16:creationId xmlns:a16="http://schemas.microsoft.com/office/drawing/2014/main" id="{F5BE261A-ECF0-6E4B-69A1-727480AD7F63}"/>
              </a:ext>
            </a:extLst>
          </p:cNvPr>
          <p:cNvGrpSpPr/>
          <p:nvPr/>
        </p:nvGrpSpPr>
        <p:grpSpPr>
          <a:xfrm>
            <a:off x="8355232" y="2204621"/>
            <a:ext cx="2554539" cy="1325979"/>
            <a:chOff x="4318000" y="4040254"/>
            <a:chExt cx="2997200" cy="1555750"/>
          </a:xfrm>
        </p:grpSpPr>
        <p:pic>
          <p:nvPicPr>
            <p:cNvPr id="6" name="Kép 5">
              <a:extLst>
                <a:ext uri="{FF2B5EF4-FFF2-40B4-BE49-F238E27FC236}">
                  <a16:creationId xmlns:a16="http://schemas.microsoft.com/office/drawing/2014/main" id="{ED0EFE8B-A8CF-477C-2799-C3FB1C70D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18000" y="4040254"/>
              <a:ext cx="2997200" cy="774700"/>
            </a:xfrm>
            <a:prstGeom prst="rect">
              <a:avLst/>
            </a:prstGeom>
          </p:spPr>
        </p:pic>
        <p:pic>
          <p:nvPicPr>
            <p:cNvPr id="7" name="Kép 6">
              <a:extLst>
                <a:ext uri="{FF2B5EF4-FFF2-40B4-BE49-F238E27FC236}">
                  <a16:creationId xmlns:a16="http://schemas.microsoft.com/office/drawing/2014/main" id="{72F7BF21-9663-1FAF-ECAF-39A46AD73A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2479"/>
            <a:stretch/>
          </p:blipFill>
          <p:spPr>
            <a:xfrm>
              <a:off x="4318000" y="4819650"/>
              <a:ext cx="2997200" cy="7763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974871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FE031-6365-B64E-3E1E-E1682436C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72E8566-BC20-AAA6-6AE3-E07892257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concepts</a:t>
            </a:r>
          </a:p>
        </p:txBody>
      </p:sp>
      <p:sp>
        <p:nvSpPr>
          <p:cNvPr id="3" name="Cím 1">
            <a:extLst>
              <a:ext uri="{FF2B5EF4-FFF2-40B4-BE49-F238E27FC236}">
                <a16:creationId xmlns:a16="http://schemas.microsoft.com/office/drawing/2014/main" id="{D4F1C7C4-C054-3F69-27CC-5B2F85312339}"/>
              </a:ext>
            </a:extLst>
          </p:cNvPr>
          <p:cNvSpPr txBox="1">
            <a:spLocks/>
          </p:cNvSpPr>
          <p:nvPr/>
        </p:nvSpPr>
        <p:spPr>
          <a:xfrm>
            <a:off x="1838544" y="1964378"/>
            <a:ext cx="8486775" cy="417077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b="0" dirty="0" err="1"/>
              <a:t>There</a:t>
            </a:r>
            <a:r>
              <a:rPr lang="hu-HU" b="0" dirty="0"/>
              <a:t> </a:t>
            </a:r>
            <a:r>
              <a:rPr lang="hu-HU" b="0" dirty="0" err="1"/>
              <a:t>are</a:t>
            </a:r>
            <a:r>
              <a:rPr lang="hu-HU" b="0" dirty="0"/>
              <a:t> </a:t>
            </a:r>
            <a:r>
              <a:rPr lang="hu-HU" b="0" dirty="0" err="1"/>
              <a:t>several</a:t>
            </a:r>
            <a:r>
              <a:rPr lang="hu-HU" b="0" dirty="0"/>
              <a:t> </a:t>
            </a:r>
            <a:r>
              <a:rPr lang="hu-HU" b="0" dirty="0" err="1"/>
              <a:t>other</a:t>
            </a:r>
            <a:r>
              <a:rPr lang="hu-HU" b="0" dirty="0"/>
              <a:t> </a:t>
            </a:r>
            <a:r>
              <a:rPr lang="hu-HU" b="0" dirty="0" err="1"/>
              <a:t>concepts</a:t>
            </a:r>
            <a:r>
              <a:rPr lang="hu-HU" b="0" dirty="0"/>
              <a:t> in Web </a:t>
            </a:r>
            <a:r>
              <a:rPr lang="hu-HU" b="0" dirty="0" err="1"/>
              <a:t>Application</a:t>
            </a:r>
            <a:r>
              <a:rPr lang="hu-HU" b="0" dirty="0"/>
              <a:t> </a:t>
            </a:r>
            <a:r>
              <a:rPr lang="hu-HU" b="0" dirty="0" err="1"/>
              <a:t>Security</a:t>
            </a:r>
            <a:br>
              <a:rPr lang="hu-HU" b="0" dirty="0"/>
            </a:br>
            <a:endParaRPr lang="hu-HU" b="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2400" dirty="0" err="1">
                <a:solidFill>
                  <a:schemeClr val="bg1"/>
                </a:solidFill>
              </a:rPr>
              <a:t>Check</a:t>
            </a:r>
            <a:r>
              <a:rPr lang="hu-HU" sz="2400" dirty="0">
                <a:solidFill>
                  <a:schemeClr val="bg1"/>
                </a:solidFill>
              </a:rPr>
              <a:t> out </a:t>
            </a:r>
            <a:r>
              <a:rPr lang="hu-HU" sz="2400" dirty="0" err="1">
                <a:solidFill>
                  <a:schemeClr val="bg1"/>
                </a:solidFill>
              </a:rPr>
              <a:t>other</a:t>
            </a:r>
            <a:r>
              <a:rPr lang="hu-HU" sz="2400" dirty="0">
                <a:solidFill>
                  <a:schemeClr val="bg1"/>
                </a:solidFill>
              </a:rPr>
              <a:t> </a:t>
            </a:r>
            <a:r>
              <a:rPr lang="hu-HU" sz="2400" dirty="0" err="1">
                <a:solidFill>
                  <a:schemeClr val="bg1"/>
                </a:solidFill>
              </a:rPr>
              <a:t>concepts</a:t>
            </a:r>
            <a:r>
              <a:rPr lang="hu-HU" sz="2400" dirty="0">
                <a:solidFill>
                  <a:schemeClr val="bg1"/>
                </a:solidFill>
              </a:rPr>
              <a:t> like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hu-HU" sz="2400" dirty="0" err="1">
                <a:solidFill>
                  <a:schemeClr val="bg1"/>
                </a:solidFill>
              </a:rPr>
              <a:t>OAuth</a:t>
            </a:r>
            <a:endParaRPr lang="hu-HU" sz="2400" dirty="0">
              <a:solidFill>
                <a:schemeClr val="bg1"/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</a:rPr>
              <a:t>CORS / CSRF / XSS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hu-HU" sz="2400" dirty="0" err="1">
                <a:solidFill>
                  <a:schemeClr val="bg1"/>
                </a:solidFill>
              </a:rPr>
              <a:t>Threat</a:t>
            </a:r>
            <a:r>
              <a:rPr lang="hu-HU" sz="2400" dirty="0">
                <a:solidFill>
                  <a:schemeClr val="bg1"/>
                </a:solidFill>
              </a:rPr>
              <a:t> modelling</a:t>
            </a:r>
          </a:p>
          <a:p>
            <a:pPr lvl="2"/>
            <a:br>
              <a:rPr lang="hu-HU" sz="2400" dirty="0">
                <a:solidFill>
                  <a:schemeClr val="bg1"/>
                </a:solidFill>
              </a:rPr>
            </a:br>
            <a:endParaRPr lang="hu-HU" sz="24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2400" dirty="0" err="1">
                <a:solidFill>
                  <a:schemeClr val="bg1"/>
                </a:solidFill>
              </a:rPr>
              <a:t>Check</a:t>
            </a:r>
            <a:r>
              <a:rPr lang="hu-HU" sz="2400" dirty="0">
                <a:solidFill>
                  <a:schemeClr val="bg1"/>
                </a:solidFill>
              </a:rPr>
              <a:t> out OWASP TOP 10</a:t>
            </a:r>
            <a:br>
              <a:rPr lang="hu-HU" sz="24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  <a:ea typeface="Human Sans" charset="0"/>
                <a:cs typeface="Human Sans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https://owasp.org/www-project-top-ten/</a:t>
            </a:r>
            <a:endParaRPr lang="en-US" sz="1600" dirty="0">
              <a:solidFill>
                <a:schemeClr val="bg1"/>
              </a:solidFill>
              <a:ea typeface="Human Sans" charset="0"/>
              <a:cs typeface="Human Sans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hu-HU" sz="16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5506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D9DAB-A8D6-D920-0918-5413D12B4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CF42767-F42A-2A63-04D5-50D7AD109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656032"/>
            <a:ext cx="4648200" cy="1107996"/>
          </a:xfrm>
        </p:spPr>
        <p:txBody>
          <a:bodyPr/>
          <a:lstStyle/>
          <a:p>
            <a:r>
              <a:rPr lang="en-US" dirty="0"/>
              <a:t>Thank you!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035631-6850-F037-AE7C-896014222F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7700" y="3990209"/>
            <a:ext cx="3827462" cy="289438"/>
          </a:xfrm>
        </p:spPr>
        <p:txBody>
          <a:bodyPr>
            <a:normAutofit/>
          </a:bodyPr>
          <a:lstStyle/>
          <a:p>
            <a:r>
              <a:rPr lang="hu-HU" dirty="0"/>
              <a:t>Jordan Szalontai</a:t>
            </a:r>
            <a:endParaRPr lang="en-US" dirty="0"/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F2C8860-983F-D9B8-AF56-3A26C2A3F6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4348630"/>
            <a:ext cx="3827462" cy="225126"/>
          </a:xfrm>
        </p:spPr>
        <p:txBody>
          <a:bodyPr>
            <a:normAutofit/>
          </a:bodyPr>
          <a:lstStyle/>
          <a:p>
            <a:r>
              <a:rPr lang="hu-HU" dirty="0"/>
              <a:t>Lead Software Engineer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D20FF53-B0E6-9FA5-3D0C-6FABD24502F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7700" y="4877715"/>
            <a:ext cx="3827462" cy="225126"/>
          </a:xfrm>
        </p:spPr>
        <p:txBody>
          <a:bodyPr>
            <a:normAutofit/>
          </a:bodyPr>
          <a:lstStyle/>
          <a:p>
            <a:r>
              <a:rPr lang="hu-HU" dirty="0" err="1"/>
              <a:t>Jordan_Szalontai</a:t>
            </a:r>
            <a:r>
              <a:rPr lang="en-US" dirty="0"/>
              <a:t>@epam.com</a:t>
            </a:r>
          </a:p>
          <a:p>
            <a:endParaRPr lang="en-US" dirty="0"/>
          </a:p>
        </p:txBody>
      </p:sp>
      <p:pic>
        <p:nvPicPr>
          <p:cNvPr id="11" name="Picture Placeholder 11" descr="A picture containing invertebrate, bright&#10;&#10;Description automatically generated">
            <a:extLst>
              <a:ext uri="{FF2B5EF4-FFF2-40B4-BE49-F238E27FC236}">
                <a16:creationId xmlns:a16="http://schemas.microsoft.com/office/drawing/2014/main" id="{EBA617AD-C873-6DA5-9ED2-145434FA847F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3" b="23"/>
          <a:stretch>
            <a:fillRect/>
          </a:stretch>
        </p:blipFill>
        <p:spPr/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B2E7C6C-3124-01A7-4E89-AFE296FB29B3}"/>
              </a:ext>
            </a:extLst>
          </p:cNvPr>
          <p:cNvSpPr txBox="1">
            <a:spLocks/>
          </p:cNvSpPr>
          <p:nvPr/>
        </p:nvSpPr>
        <p:spPr>
          <a:xfrm>
            <a:off x="647700" y="3067987"/>
            <a:ext cx="3827462" cy="2572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600" b="0" i="0" kern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lang="en-US" sz="1400" b="0" i="0" kern="12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Font typeface="Courier New" panose="02070309020205020404" pitchFamily="49" charset="0"/>
              <a:buChar char="o"/>
              <a:defRPr lang="en-US" sz="1200" b="0" i="0" kern="12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n-US" sz="1200" b="0" i="0" kern="1200" dirty="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n-US" sz="1200" b="0" i="0" kern="1200" dirty="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..and </a:t>
            </a:r>
            <a:r>
              <a:rPr lang="hu-HU" dirty="0" err="1"/>
              <a:t>now</a:t>
            </a:r>
            <a:r>
              <a:rPr lang="hu-HU" dirty="0"/>
              <a:t> </a:t>
            </a:r>
            <a:r>
              <a:rPr lang="hu-HU" dirty="0" err="1"/>
              <a:t>some</a:t>
            </a:r>
            <a:r>
              <a:rPr lang="hu-HU" dirty="0"/>
              <a:t> </a:t>
            </a:r>
            <a:r>
              <a:rPr lang="hu-HU" dirty="0" err="1"/>
              <a:t>live</a:t>
            </a:r>
            <a:r>
              <a:rPr lang="hu-HU" dirty="0"/>
              <a:t> </a:t>
            </a:r>
            <a:r>
              <a:rPr lang="hu-HU" dirty="0" err="1"/>
              <a:t>coding</a:t>
            </a:r>
            <a:r>
              <a:rPr lang="hu-HU" dirty="0"/>
              <a:t>...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62072561"/>
      </p:ext>
    </p:extLst>
  </p:cSld>
  <p:clrMapOvr>
    <a:masterClrMapping/>
  </p:clrMapOvr>
</p:sld>
</file>

<file path=ppt/theme/theme1.xml><?xml version="1.0" encoding="utf-8"?>
<a:theme xmlns:a="http://schemas.openxmlformats.org/drawingml/2006/main" name="EPAM Master Dark 2023.1">
  <a:themeElements>
    <a:clrScheme name="EPAM Dark Palette">
      <a:dk1>
        <a:srgbClr val="000000"/>
      </a:dk1>
      <a:lt1>
        <a:srgbClr val="FFFFFF"/>
      </a:lt1>
      <a:dk2>
        <a:srgbClr val="A0A0A0"/>
      </a:dk2>
      <a:lt2>
        <a:srgbClr val="FBFAFA"/>
      </a:lt2>
      <a:accent1>
        <a:srgbClr val="161616"/>
      </a:accent1>
      <a:accent2>
        <a:srgbClr val="00F6FF"/>
      </a:accent2>
      <a:accent3>
        <a:srgbClr val="B896FF"/>
      </a:accent3>
      <a:accent4>
        <a:srgbClr val="7BA8FF"/>
      </a:accent4>
      <a:accent5>
        <a:srgbClr val="418DFF"/>
      </a:accent5>
      <a:accent6>
        <a:srgbClr val="00F3AB"/>
      </a:accent6>
      <a:hlink>
        <a:srgbClr val="060606"/>
      </a:hlink>
      <a:folHlink>
        <a:srgbClr val="000000"/>
      </a:folHlink>
    </a:clrScheme>
    <a:fontScheme name="EPAM">
      <a:majorFont>
        <a:latin typeface="Calibri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none" rtlCol="0" anchor="ctr"/>
      <a:lstStyle>
        <a:defPPr algn="ctr">
          <a:defRPr sz="2400" dirty="0" err="1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110000"/>
          </a:lnSpc>
          <a:spcBef>
            <a:spcPts val="600"/>
          </a:spcBef>
          <a:defRPr sz="1200" dirty="0" err="1" smtClean="0">
            <a:ea typeface="Human Sans" charset="0"/>
            <a:cs typeface="Human Sans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ontinuum_Master_v1.1" id="{D2F91407-39AD-2344-8F42-01B4155FF2FD}" vid="{09F1F252-BD3A-0A45-9F6B-518524EA32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13232</TotalTime>
  <Words>626</Words>
  <Application>Microsoft Macintosh PowerPoint</Application>
  <PresentationFormat>Szélesvásznú</PresentationFormat>
  <Paragraphs>140</Paragraphs>
  <Slides>24</Slides>
  <Notes>7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Courier New</vt:lpstr>
      <vt:lpstr>Human Sans</vt:lpstr>
      <vt:lpstr>EPAM Master Dark 2023.1</vt:lpstr>
      <vt:lpstr>PowerPoint-bemutató</vt:lpstr>
      <vt:lpstr>Contents</vt:lpstr>
      <vt:lpstr>Useful links</vt:lpstr>
      <vt:lpstr>Thank you! </vt:lpstr>
      <vt:lpstr>PowerPoint-bemutató</vt:lpstr>
      <vt:lpstr>Authentication vs. Authorization</vt:lpstr>
      <vt:lpstr>Authentication vs. Authorization</vt:lpstr>
      <vt:lpstr>Authentication vs. Authorization</vt:lpstr>
      <vt:lpstr>Authentication</vt:lpstr>
      <vt:lpstr>Authorization</vt:lpstr>
      <vt:lpstr>Cookies</vt:lpstr>
      <vt:lpstr>Cookies</vt:lpstr>
      <vt:lpstr>Cookies</vt:lpstr>
      <vt:lpstr>Cookies</vt:lpstr>
      <vt:lpstr>Web Storage API</vt:lpstr>
      <vt:lpstr>Web Storage API</vt:lpstr>
      <vt:lpstr>JWT</vt:lpstr>
      <vt:lpstr>JWT</vt:lpstr>
      <vt:lpstr>JWT</vt:lpstr>
      <vt:lpstr>Secret handling</vt:lpstr>
      <vt:lpstr>Secret handling</vt:lpstr>
      <vt:lpstr>Secret handling</vt:lpstr>
      <vt:lpstr>Other concepts</vt:lpstr>
      <vt:lpstr>Thank you!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Palina Vilava</dc:creator>
  <cp:lastModifiedBy>Jordan Szalontai</cp:lastModifiedBy>
  <cp:revision>482</cp:revision>
  <cp:lastPrinted>2025-02-16T20:53:39Z</cp:lastPrinted>
  <dcterms:created xsi:type="dcterms:W3CDTF">2020-10-26T14:33:58Z</dcterms:created>
  <dcterms:modified xsi:type="dcterms:W3CDTF">2025-04-02T11:51:35Z</dcterms:modified>
</cp:coreProperties>
</file>