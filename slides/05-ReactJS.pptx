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9" r:id="rId1"/>
  </p:sldMasterIdLst>
  <p:notesMasterIdLst>
    <p:notesMasterId r:id="rId24"/>
  </p:notesMasterIdLst>
  <p:handoutMasterIdLst>
    <p:handoutMasterId r:id="rId25"/>
  </p:handoutMasterIdLst>
  <p:sldIdLst>
    <p:sldId id="351" r:id="rId2"/>
    <p:sldId id="353" r:id="rId3"/>
    <p:sldId id="452" r:id="rId4"/>
    <p:sldId id="449" r:id="rId5"/>
    <p:sldId id="423" r:id="rId6"/>
    <p:sldId id="419" r:id="rId7"/>
    <p:sldId id="421" r:id="rId8"/>
    <p:sldId id="426" r:id="rId9"/>
    <p:sldId id="427" r:id="rId10"/>
    <p:sldId id="417" r:id="rId11"/>
    <p:sldId id="428" r:id="rId12"/>
    <p:sldId id="432" r:id="rId13"/>
    <p:sldId id="433" r:id="rId14"/>
    <p:sldId id="434" r:id="rId15"/>
    <p:sldId id="451" r:id="rId16"/>
    <p:sldId id="431" r:id="rId17"/>
    <p:sldId id="435" r:id="rId18"/>
    <p:sldId id="436" r:id="rId19"/>
    <p:sldId id="437" r:id="rId20"/>
    <p:sldId id="447" r:id="rId21"/>
    <p:sldId id="440" r:id="rId22"/>
    <p:sldId id="453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896FF"/>
    <a:srgbClr val="00FFF0"/>
    <a:srgbClr val="00F6FF"/>
    <a:srgbClr val="161616"/>
    <a:srgbClr val="2AFFCC"/>
    <a:srgbClr val="01F5FF"/>
    <a:srgbClr val="D8E763"/>
    <a:srgbClr val="DA0042"/>
    <a:srgbClr val="FF4798"/>
    <a:srgbClr val="FF4B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E9FA886-2786-465F-9EA5-5E15422CC54D}" v="8" dt="2025-03-11T06:31:01.7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287" autoAdjust="0"/>
    <p:restoredTop sz="42918" autoAdjust="0"/>
  </p:normalViewPr>
  <p:slideViewPr>
    <p:cSldViewPr snapToGrid="0">
      <p:cViewPr varScale="1">
        <p:scale>
          <a:sx n="27" d="100"/>
          <a:sy n="27" d="100"/>
        </p:scale>
        <p:origin x="2357" y="25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haly Forray" userId="f7499d66-95d5-4fcb-b2ea-ed2954575f78" providerId="ADAL" clId="{6E9FA886-2786-465F-9EA5-5E15422CC54D}"/>
    <pc:docChg chg="undo redo custSel addSld delSld modSld sldOrd">
      <pc:chgData name="Mihaly Forray" userId="f7499d66-95d5-4fcb-b2ea-ed2954575f78" providerId="ADAL" clId="{6E9FA886-2786-465F-9EA5-5E15422CC54D}" dt="2025-03-11T11:10:37.983" v="24286" actId="113"/>
      <pc:docMkLst>
        <pc:docMk/>
      </pc:docMkLst>
      <pc:sldChg chg="del">
        <pc:chgData name="Mihaly Forray" userId="f7499d66-95d5-4fcb-b2ea-ed2954575f78" providerId="ADAL" clId="{6E9FA886-2786-465F-9EA5-5E15422CC54D}" dt="2025-03-09T12:45:04.541" v="84" actId="2696"/>
        <pc:sldMkLst>
          <pc:docMk/>
          <pc:sldMk cId="1444507433" sldId="269"/>
        </pc:sldMkLst>
      </pc:sldChg>
      <pc:sldChg chg="del modNotesTx">
        <pc:chgData name="Mihaly Forray" userId="f7499d66-95d5-4fcb-b2ea-ed2954575f78" providerId="ADAL" clId="{6E9FA886-2786-465F-9EA5-5E15422CC54D}" dt="2025-03-09T21:18:29.597" v="23150" actId="2696"/>
        <pc:sldMkLst>
          <pc:docMk/>
          <pc:sldMk cId="3542957182" sldId="330"/>
        </pc:sldMkLst>
      </pc:sldChg>
      <pc:sldChg chg="addSp delSp modSp mod modNotesTx">
        <pc:chgData name="Mihaly Forray" userId="f7499d66-95d5-4fcb-b2ea-ed2954575f78" providerId="ADAL" clId="{6E9FA886-2786-465F-9EA5-5E15422CC54D}" dt="2025-03-11T10:13:05.039" v="24223" actId="113"/>
        <pc:sldMkLst>
          <pc:docMk/>
          <pc:sldMk cId="3852199295" sldId="351"/>
        </pc:sldMkLst>
        <pc:spChg chg="mod">
          <ac:chgData name="Mihaly Forray" userId="f7499d66-95d5-4fcb-b2ea-ed2954575f78" providerId="ADAL" clId="{6E9FA886-2786-465F-9EA5-5E15422CC54D}" dt="2025-03-09T12:35:38.031" v="62" actId="20577"/>
          <ac:spMkLst>
            <pc:docMk/>
            <pc:sldMk cId="3852199295" sldId="351"/>
            <ac:spMk id="14" creationId="{0FBFF413-9C9D-6973-5C8C-00B6CB14D65C}"/>
          </ac:spMkLst>
        </pc:spChg>
        <pc:spChg chg="mod">
          <ac:chgData name="Mihaly Forray" userId="f7499d66-95d5-4fcb-b2ea-ed2954575f78" providerId="ADAL" clId="{6E9FA886-2786-465F-9EA5-5E15422CC54D}" dt="2025-03-09T12:36:27.729" v="78" actId="20577"/>
          <ac:spMkLst>
            <pc:docMk/>
            <pc:sldMk cId="3852199295" sldId="351"/>
            <ac:spMk id="16" creationId="{8D7FC0CD-D28C-B94E-38C8-21950A2FF0A2}"/>
          </ac:spMkLst>
        </pc:spChg>
      </pc:sldChg>
      <pc:sldChg chg="del">
        <pc:chgData name="Mihaly Forray" userId="f7499d66-95d5-4fcb-b2ea-ed2954575f78" providerId="ADAL" clId="{6E9FA886-2786-465F-9EA5-5E15422CC54D}" dt="2025-03-09T12:45:04.541" v="84" actId="2696"/>
        <pc:sldMkLst>
          <pc:docMk/>
          <pc:sldMk cId="2914152838" sldId="352"/>
        </pc:sldMkLst>
      </pc:sldChg>
      <pc:sldChg chg="modSp mod modNotesTx">
        <pc:chgData name="Mihaly Forray" userId="f7499d66-95d5-4fcb-b2ea-ed2954575f78" providerId="ADAL" clId="{6E9FA886-2786-465F-9EA5-5E15422CC54D}" dt="2025-03-11T08:21:23.683" v="23826" actId="113"/>
        <pc:sldMkLst>
          <pc:docMk/>
          <pc:sldMk cId="743351160" sldId="353"/>
        </pc:sldMkLst>
        <pc:spChg chg="mod">
          <ac:chgData name="Mihaly Forray" userId="f7499d66-95d5-4fcb-b2ea-ed2954575f78" providerId="ADAL" clId="{6E9FA886-2786-465F-9EA5-5E15422CC54D}" dt="2025-03-09T12:45:27.757" v="85"/>
          <ac:spMkLst>
            <pc:docMk/>
            <pc:sldMk cId="743351160" sldId="353"/>
            <ac:spMk id="6" creationId="{0878A7BA-A3F7-35B0-8094-3AF878CE64A5}"/>
          </ac:spMkLst>
        </pc:spChg>
        <pc:spChg chg="mod">
          <ac:chgData name="Mihaly Forray" userId="f7499d66-95d5-4fcb-b2ea-ed2954575f78" providerId="ADAL" clId="{6E9FA886-2786-465F-9EA5-5E15422CC54D}" dt="2025-03-09T12:52:19.123" v="120" actId="20577"/>
          <ac:spMkLst>
            <pc:docMk/>
            <pc:sldMk cId="743351160" sldId="353"/>
            <ac:spMk id="8" creationId="{2C965849-3790-ECD4-9400-9D47F9280C99}"/>
          </ac:spMkLst>
        </pc:spChg>
      </pc:sldChg>
      <pc:sldChg chg="modSp mod ord modNotesTx">
        <pc:chgData name="Mihaly Forray" userId="f7499d66-95d5-4fcb-b2ea-ed2954575f78" providerId="ADAL" clId="{6E9FA886-2786-465F-9EA5-5E15422CC54D}" dt="2025-03-11T11:08:37.840" v="24248" actId="20577"/>
        <pc:sldMkLst>
          <pc:docMk/>
          <pc:sldMk cId="90408933" sldId="417"/>
        </pc:sldMkLst>
        <pc:spChg chg="mod">
          <ac:chgData name="Mihaly Forray" userId="f7499d66-95d5-4fcb-b2ea-ed2954575f78" providerId="ADAL" clId="{6E9FA886-2786-465F-9EA5-5E15422CC54D}" dt="2025-03-09T12:50:51.931" v="92"/>
          <ac:spMkLst>
            <pc:docMk/>
            <pc:sldMk cId="90408933" sldId="417"/>
            <ac:spMk id="6" creationId="{EFC18B8E-E76E-6E1C-4D19-FA892EC5353F}"/>
          </ac:spMkLst>
        </pc:spChg>
        <pc:spChg chg="mod">
          <ac:chgData name="Mihaly Forray" userId="f7499d66-95d5-4fcb-b2ea-ed2954575f78" providerId="ADAL" clId="{6E9FA886-2786-465F-9EA5-5E15422CC54D}" dt="2025-03-09T17:18:49.371" v="1963" actId="20577"/>
          <ac:spMkLst>
            <pc:docMk/>
            <pc:sldMk cId="90408933" sldId="417"/>
            <ac:spMk id="8" creationId="{C279F3B5-E6BB-9FCC-CFAA-97B51E1EC376}"/>
          </ac:spMkLst>
        </pc:spChg>
      </pc:sldChg>
      <pc:sldChg chg="modSp mod ord modNotesTx">
        <pc:chgData name="Mihaly Forray" userId="f7499d66-95d5-4fcb-b2ea-ed2954575f78" providerId="ADAL" clId="{6E9FA886-2786-465F-9EA5-5E15422CC54D}" dt="2025-03-11T08:42:52.787" v="23874" actId="113"/>
        <pc:sldMkLst>
          <pc:docMk/>
          <pc:sldMk cId="3767446517" sldId="419"/>
        </pc:sldMkLst>
        <pc:spChg chg="mod">
          <ac:chgData name="Mihaly Forray" userId="f7499d66-95d5-4fcb-b2ea-ed2954575f78" providerId="ADAL" clId="{6E9FA886-2786-465F-9EA5-5E15422CC54D}" dt="2025-03-09T13:12:44.513" v="144" actId="1076"/>
          <ac:spMkLst>
            <pc:docMk/>
            <pc:sldMk cId="3767446517" sldId="419"/>
            <ac:spMk id="6" creationId="{1D9857C5-F9A9-D838-B24B-9820616C7D31}"/>
          </ac:spMkLst>
        </pc:spChg>
        <pc:spChg chg="mod">
          <ac:chgData name="Mihaly Forray" userId="f7499d66-95d5-4fcb-b2ea-ed2954575f78" providerId="ADAL" clId="{6E9FA886-2786-465F-9EA5-5E15422CC54D}" dt="2025-03-09T13:13:05.539" v="151" actId="20577"/>
          <ac:spMkLst>
            <pc:docMk/>
            <pc:sldMk cId="3767446517" sldId="419"/>
            <ac:spMk id="8" creationId="{F9C41585-AF42-280F-3793-3F89391D60C3}"/>
          </ac:spMkLst>
        </pc:spChg>
      </pc:sldChg>
      <pc:sldChg chg="del">
        <pc:chgData name="Mihaly Forray" userId="f7499d66-95d5-4fcb-b2ea-ed2954575f78" providerId="ADAL" clId="{6E9FA886-2786-465F-9EA5-5E15422CC54D}" dt="2025-03-09T13:12:13.463" v="139" actId="2696"/>
        <pc:sldMkLst>
          <pc:docMk/>
          <pc:sldMk cId="2124265854" sldId="420"/>
        </pc:sldMkLst>
      </pc:sldChg>
      <pc:sldChg chg="addSp delSp modSp mod ord setBg modClrScheme chgLayout modNotesTx">
        <pc:chgData name="Mihaly Forray" userId="f7499d66-95d5-4fcb-b2ea-ed2954575f78" providerId="ADAL" clId="{6E9FA886-2786-465F-9EA5-5E15422CC54D}" dt="2025-03-11T08:44:14.080" v="23882" actId="113"/>
        <pc:sldMkLst>
          <pc:docMk/>
          <pc:sldMk cId="1415935382" sldId="421"/>
        </pc:sldMkLst>
        <pc:spChg chg="mod ord">
          <ac:chgData name="Mihaly Forray" userId="f7499d66-95d5-4fcb-b2ea-ed2954575f78" providerId="ADAL" clId="{6E9FA886-2786-465F-9EA5-5E15422CC54D}" dt="2025-03-09T13:16:29.362" v="162" actId="26606"/>
          <ac:spMkLst>
            <pc:docMk/>
            <pc:sldMk cId="1415935382" sldId="421"/>
            <ac:spMk id="6" creationId="{046E2831-7916-BAF6-DFAF-37C0960851C4}"/>
          </ac:spMkLst>
        </pc:spChg>
        <pc:spChg chg="add mod">
          <ac:chgData name="Mihaly Forray" userId="f7499d66-95d5-4fcb-b2ea-ed2954575f78" providerId="ADAL" clId="{6E9FA886-2786-465F-9EA5-5E15422CC54D}" dt="2025-03-09T13:16:39.600" v="170" actId="20577"/>
          <ac:spMkLst>
            <pc:docMk/>
            <pc:sldMk cId="1415935382" sldId="421"/>
            <ac:spMk id="11" creationId="{17AE10BA-B293-2295-7D3F-EF2CA4EDE262}"/>
          </ac:spMkLst>
        </pc:spChg>
        <pc:picChg chg="add mod">
          <ac:chgData name="Mihaly Forray" userId="f7499d66-95d5-4fcb-b2ea-ed2954575f78" providerId="ADAL" clId="{6E9FA886-2786-465F-9EA5-5E15422CC54D}" dt="2025-03-09T13:16:29.362" v="162" actId="26606"/>
          <ac:picMkLst>
            <pc:docMk/>
            <pc:sldMk cId="1415935382" sldId="421"/>
            <ac:picMk id="3" creationId="{D7E38C53-3748-06FA-6F88-4C40F4FCC389}"/>
          </ac:picMkLst>
        </pc:picChg>
      </pc:sldChg>
      <pc:sldChg chg="modSp mod ord modShow modNotesTx">
        <pc:chgData name="Mihaly Forray" userId="f7499d66-95d5-4fcb-b2ea-ed2954575f78" providerId="ADAL" clId="{6E9FA886-2786-465F-9EA5-5E15422CC54D}" dt="2025-03-11T09:11:51.534" v="23923" actId="729"/>
        <pc:sldMkLst>
          <pc:docMk/>
          <pc:sldMk cId="4014762118" sldId="422"/>
        </pc:sldMkLst>
        <pc:spChg chg="mod">
          <ac:chgData name="Mihaly Forray" userId="f7499d66-95d5-4fcb-b2ea-ed2954575f78" providerId="ADAL" clId="{6E9FA886-2786-465F-9EA5-5E15422CC54D}" dt="2025-03-09T13:17:40.228" v="184" actId="14100"/>
          <ac:spMkLst>
            <pc:docMk/>
            <pc:sldMk cId="4014762118" sldId="422"/>
            <ac:spMk id="6" creationId="{93B6432F-BDC9-BE27-89EE-1EA965D1EEE3}"/>
          </ac:spMkLst>
        </pc:spChg>
        <pc:spChg chg="mod">
          <ac:chgData name="Mihaly Forray" userId="f7499d66-95d5-4fcb-b2ea-ed2954575f78" providerId="ADAL" clId="{6E9FA886-2786-465F-9EA5-5E15422CC54D}" dt="2025-03-09T13:19:37.081" v="233" actId="20577"/>
          <ac:spMkLst>
            <pc:docMk/>
            <pc:sldMk cId="4014762118" sldId="422"/>
            <ac:spMk id="8" creationId="{ED3F59AC-A1CE-40D7-330C-B71F559EB510}"/>
          </ac:spMkLst>
        </pc:spChg>
      </pc:sldChg>
      <pc:sldChg chg="addSp delSp modSp mod ord setBg modClrScheme chgLayout modNotesTx">
        <pc:chgData name="Mihaly Forray" userId="f7499d66-95d5-4fcb-b2ea-ed2954575f78" providerId="ADAL" clId="{6E9FA886-2786-465F-9EA5-5E15422CC54D}" dt="2025-03-11T09:16:11.715" v="23947" actId="20577"/>
        <pc:sldMkLst>
          <pc:docMk/>
          <pc:sldMk cId="2827755944" sldId="423"/>
        </pc:sldMkLst>
        <pc:spChg chg="mod ord">
          <ac:chgData name="Mihaly Forray" userId="f7499d66-95d5-4fcb-b2ea-ed2954575f78" providerId="ADAL" clId="{6E9FA886-2786-465F-9EA5-5E15422CC54D}" dt="2025-03-09T13:37:29.673" v="264" actId="26606"/>
          <ac:spMkLst>
            <pc:docMk/>
            <pc:sldMk cId="2827755944" sldId="423"/>
            <ac:spMk id="6" creationId="{77669CB4-9D84-3D63-CA89-D9E92B1B33F6}"/>
          </ac:spMkLst>
        </pc:spChg>
        <pc:spChg chg="add mod">
          <ac:chgData name="Mihaly Forray" userId="f7499d66-95d5-4fcb-b2ea-ed2954575f78" providerId="ADAL" clId="{6E9FA886-2786-465F-9EA5-5E15422CC54D}" dt="2025-03-09T13:37:29.673" v="264" actId="26606"/>
          <ac:spMkLst>
            <pc:docMk/>
            <pc:sldMk cId="2827755944" sldId="423"/>
            <ac:spMk id="13" creationId="{C7C8CECB-3E82-514D-CF2C-5CFD3FC57B31}"/>
          </ac:spMkLst>
        </pc:spChg>
        <pc:picChg chg="add mod ord">
          <ac:chgData name="Mihaly Forray" userId="f7499d66-95d5-4fcb-b2ea-ed2954575f78" providerId="ADAL" clId="{6E9FA886-2786-465F-9EA5-5E15422CC54D}" dt="2025-03-09T13:37:29.673" v="264" actId="26606"/>
          <ac:picMkLst>
            <pc:docMk/>
            <pc:sldMk cId="2827755944" sldId="423"/>
            <ac:picMk id="5" creationId="{6DEC184A-EA35-7101-409D-0A8ABBB357FD}"/>
          </ac:picMkLst>
        </pc:picChg>
      </pc:sldChg>
      <pc:sldChg chg="modSp del mod ord modNotesTx">
        <pc:chgData name="Mihaly Forray" userId="f7499d66-95d5-4fcb-b2ea-ed2954575f78" providerId="ADAL" clId="{6E9FA886-2786-465F-9EA5-5E15422CC54D}" dt="2025-03-09T19:35:29.502" v="4555" actId="2696"/>
        <pc:sldMkLst>
          <pc:docMk/>
          <pc:sldMk cId="1550638174" sldId="424"/>
        </pc:sldMkLst>
      </pc:sldChg>
      <pc:sldChg chg="del">
        <pc:chgData name="Mihaly Forray" userId="f7499d66-95d5-4fcb-b2ea-ed2954575f78" providerId="ADAL" clId="{6E9FA886-2786-465F-9EA5-5E15422CC54D}" dt="2025-03-09T13:38:24.528" v="269" actId="2696"/>
        <pc:sldMkLst>
          <pc:docMk/>
          <pc:sldMk cId="2305735543" sldId="425"/>
        </pc:sldMkLst>
      </pc:sldChg>
      <pc:sldChg chg="modSp mod ord modNotesTx">
        <pc:chgData name="Mihaly Forray" userId="f7499d66-95d5-4fcb-b2ea-ed2954575f78" providerId="ADAL" clId="{6E9FA886-2786-465F-9EA5-5E15422CC54D}" dt="2025-03-11T08:57:20.068" v="23897" actId="113"/>
        <pc:sldMkLst>
          <pc:docMk/>
          <pc:sldMk cId="1486424374" sldId="426"/>
        </pc:sldMkLst>
        <pc:spChg chg="mod">
          <ac:chgData name="Mihaly Forray" userId="f7499d66-95d5-4fcb-b2ea-ed2954575f78" providerId="ADAL" clId="{6E9FA886-2786-465F-9EA5-5E15422CC54D}" dt="2025-03-09T13:38:36.074" v="270"/>
          <ac:spMkLst>
            <pc:docMk/>
            <pc:sldMk cId="1486424374" sldId="426"/>
            <ac:spMk id="6" creationId="{5212DDAE-A564-173C-2E68-49BB4745F76B}"/>
          </ac:spMkLst>
        </pc:spChg>
        <pc:spChg chg="mod">
          <ac:chgData name="Mihaly Forray" userId="f7499d66-95d5-4fcb-b2ea-ed2954575f78" providerId="ADAL" clId="{6E9FA886-2786-465F-9EA5-5E15422CC54D}" dt="2025-03-09T13:39:03.592" v="296" actId="20577"/>
          <ac:spMkLst>
            <pc:docMk/>
            <pc:sldMk cId="1486424374" sldId="426"/>
            <ac:spMk id="8" creationId="{9EE9B652-7676-1F4D-5F30-FA24615C6924}"/>
          </ac:spMkLst>
        </pc:spChg>
      </pc:sldChg>
      <pc:sldChg chg="addSp delSp modSp mod ord setBg modClrScheme chgLayout modNotesTx">
        <pc:chgData name="Mihaly Forray" userId="f7499d66-95d5-4fcb-b2ea-ed2954575f78" providerId="ADAL" clId="{6E9FA886-2786-465F-9EA5-5E15422CC54D}" dt="2025-03-11T08:57:53.933" v="23903" actId="113"/>
        <pc:sldMkLst>
          <pc:docMk/>
          <pc:sldMk cId="3987860238" sldId="427"/>
        </pc:sldMkLst>
        <pc:spChg chg="mod ord">
          <ac:chgData name="Mihaly Forray" userId="f7499d66-95d5-4fcb-b2ea-ed2954575f78" providerId="ADAL" clId="{6E9FA886-2786-465F-9EA5-5E15422CC54D}" dt="2025-03-09T13:40:57.374" v="302" actId="26606"/>
          <ac:spMkLst>
            <pc:docMk/>
            <pc:sldMk cId="3987860238" sldId="427"/>
            <ac:spMk id="6" creationId="{29186158-EC5B-E61D-3BCD-D7462CF71B32}"/>
          </ac:spMkLst>
        </pc:spChg>
        <pc:spChg chg="add mod">
          <ac:chgData name="Mihaly Forray" userId="f7499d66-95d5-4fcb-b2ea-ed2954575f78" providerId="ADAL" clId="{6E9FA886-2786-465F-9EA5-5E15422CC54D}" dt="2025-03-09T13:41:07.267" v="310" actId="20577"/>
          <ac:spMkLst>
            <pc:docMk/>
            <pc:sldMk cId="3987860238" sldId="427"/>
            <ac:spMk id="11" creationId="{896AE094-8D83-DE5D-0F48-53AEF35142D2}"/>
          </ac:spMkLst>
        </pc:spChg>
        <pc:picChg chg="add mod">
          <ac:chgData name="Mihaly Forray" userId="f7499d66-95d5-4fcb-b2ea-ed2954575f78" providerId="ADAL" clId="{6E9FA886-2786-465F-9EA5-5E15422CC54D}" dt="2025-03-09T13:40:57.374" v="302" actId="26606"/>
          <ac:picMkLst>
            <pc:docMk/>
            <pc:sldMk cId="3987860238" sldId="427"/>
            <ac:picMk id="3" creationId="{8A08B952-CFE9-3825-DE76-34FE1E1AEA12}"/>
          </ac:picMkLst>
        </pc:picChg>
      </pc:sldChg>
      <pc:sldChg chg="modSp mod ord modNotesTx">
        <pc:chgData name="Mihaly Forray" userId="f7499d66-95d5-4fcb-b2ea-ed2954575f78" providerId="ADAL" clId="{6E9FA886-2786-465F-9EA5-5E15422CC54D}" dt="2025-03-11T09:09:37.796" v="23920" actId="113"/>
        <pc:sldMkLst>
          <pc:docMk/>
          <pc:sldMk cId="3226815803" sldId="428"/>
        </pc:sldMkLst>
        <pc:spChg chg="mod">
          <ac:chgData name="Mihaly Forray" userId="f7499d66-95d5-4fcb-b2ea-ed2954575f78" providerId="ADAL" clId="{6E9FA886-2786-465F-9EA5-5E15422CC54D}" dt="2025-03-09T13:41:38.365" v="312"/>
          <ac:spMkLst>
            <pc:docMk/>
            <pc:sldMk cId="3226815803" sldId="428"/>
            <ac:spMk id="6" creationId="{A65D5EFE-A157-99FE-C673-2B0DF8ECCC49}"/>
          </ac:spMkLst>
        </pc:spChg>
        <pc:spChg chg="mod">
          <ac:chgData name="Mihaly Forray" userId="f7499d66-95d5-4fcb-b2ea-ed2954575f78" providerId="ADAL" clId="{6E9FA886-2786-465F-9EA5-5E15422CC54D}" dt="2025-03-09T20:02:13.847" v="10821" actId="20577"/>
          <ac:spMkLst>
            <pc:docMk/>
            <pc:sldMk cId="3226815803" sldId="428"/>
            <ac:spMk id="8" creationId="{EF158E17-DB9B-6789-EE3C-7FB2015FFDA7}"/>
          </ac:spMkLst>
        </pc:spChg>
      </pc:sldChg>
      <pc:sldChg chg="del">
        <pc:chgData name="Mihaly Forray" userId="f7499d66-95d5-4fcb-b2ea-ed2954575f78" providerId="ADAL" clId="{6E9FA886-2786-465F-9EA5-5E15422CC54D}" dt="2025-03-09T13:42:19.279" v="325" actId="2696"/>
        <pc:sldMkLst>
          <pc:docMk/>
          <pc:sldMk cId="2206781579" sldId="429"/>
        </pc:sldMkLst>
      </pc:sldChg>
      <pc:sldChg chg="addSp delSp modSp mod setBg modClrScheme chgLayout modNotesTx">
        <pc:chgData name="Mihaly Forray" userId="f7499d66-95d5-4fcb-b2ea-ed2954575f78" providerId="ADAL" clId="{6E9FA886-2786-465F-9EA5-5E15422CC54D}" dt="2025-03-11T09:55:03.804" v="24112" actId="113"/>
        <pc:sldMkLst>
          <pc:docMk/>
          <pc:sldMk cId="3950926806" sldId="431"/>
        </pc:sldMkLst>
        <pc:spChg chg="mod ord">
          <ac:chgData name="Mihaly Forray" userId="f7499d66-95d5-4fcb-b2ea-ed2954575f78" providerId="ADAL" clId="{6E9FA886-2786-465F-9EA5-5E15422CC54D}" dt="2025-03-09T13:45:55.394" v="356" actId="26606"/>
          <ac:spMkLst>
            <pc:docMk/>
            <pc:sldMk cId="3950926806" sldId="431"/>
            <ac:spMk id="6" creationId="{42A2BF95-CC39-6BFA-7CF6-5B6FCB5E27B3}"/>
          </ac:spMkLst>
        </pc:spChg>
        <pc:spChg chg="add mod">
          <ac:chgData name="Mihaly Forray" userId="f7499d66-95d5-4fcb-b2ea-ed2954575f78" providerId="ADAL" clId="{6E9FA886-2786-465F-9EA5-5E15422CC54D}" dt="2025-03-09T13:46:01.922" v="364" actId="20577"/>
          <ac:spMkLst>
            <pc:docMk/>
            <pc:sldMk cId="3950926806" sldId="431"/>
            <ac:spMk id="13" creationId="{EB4BEF22-5AD7-8558-1AFA-C0791946E9C9}"/>
          </ac:spMkLst>
        </pc:spChg>
        <pc:picChg chg="add mod">
          <ac:chgData name="Mihaly Forray" userId="f7499d66-95d5-4fcb-b2ea-ed2954575f78" providerId="ADAL" clId="{6E9FA886-2786-465F-9EA5-5E15422CC54D}" dt="2025-03-09T13:45:55.394" v="356" actId="26606"/>
          <ac:picMkLst>
            <pc:docMk/>
            <pc:sldMk cId="3950926806" sldId="431"/>
            <ac:picMk id="3" creationId="{EF10B13E-2180-F94E-4C9C-62285F217D1E}"/>
          </ac:picMkLst>
        </pc:picChg>
      </pc:sldChg>
      <pc:sldChg chg="addSp delSp modSp mod ord setBg modClrScheme chgLayout modNotesTx">
        <pc:chgData name="Mihaly Forray" userId="f7499d66-95d5-4fcb-b2ea-ed2954575f78" providerId="ADAL" clId="{6E9FA886-2786-465F-9EA5-5E15422CC54D}" dt="2025-03-11T09:14:09.057" v="23932" actId="113"/>
        <pc:sldMkLst>
          <pc:docMk/>
          <pc:sldMk cId="1993873690" sldId="432"/>
        </pc:sldMkLst>
        <pc:spChg chg="mod ord">
          <ac:chgData name="Mihaly Forray" userId="f7499d66-95d5-4fcb-b2ea-ed2954575f78" providerId="ADAL" clId="{6E9FA886-2786-465F-9EA5-5E15422CC54D}" dt="2025-03-09T13:43:31.677" v="330" actId="26606"/>
          <ac:spMkLst>
            <pc:docMk/>
            <pc:sldMk cId="1993873690" sldId="432"/>
            <ac:spMk id="6" creationId="{11C1D6AB-C964-C74B-B819-567C67B9BE03}"/>
          </ac:spMkLst>
        </pc:spChg>
        <pc:spChg chg="add mod">
          <ac:chgData name="Mihaly Forray" userId="f7499d66-95d5-4fcb-b2ea-ed2954575f78" providerId="ADAL" clId="{6E9FA886-2786-465F-9EA5-5E15422CC54D}" dt="2025-03-09T13:43:36.481" v="338" actId="20577"/>
          <ac:spMkLst>
            <pc:docMk/>
            <pc:sldMk cId="1993873690" sldId="432"/>
            <ac:spMk id="11" creationId="{6C0429FB-724A-258D-F750-0C7F3D02901A}"/>
          </ac:spMkLst>
        </pc:spChg>
        <pc:picChg chg="add mod">
          <ac:chgData name="Mihaly Forray" userId="f7499d66-95d5-4fcb-b2ea-ed2954575f78" providerId="ADAL" clId="{6E9FA886-2786-465F-9EA5-5E15422CC54D}" dt="2025-03-09T13:43:31.677" v="330" actId="26606"/>
          <ac:picMkLst>
            <pc:docMk/>
            <pc:sldMk cId="1993873690" sldId="432"/>
            <ac:picMk id="3" creationId="{232E0813-B440-0E80-7306-9B69706F71CA}"/>
          </ac:picMkLst>
        </pc:picChg>
      </pc:sldChg>
      <pc:sldChg chg="modSp mod ord modNotesTx">
        <pc:chgData name="Mihaly Forray" userId="f7499d66-95d5-4fcb-b2ea-ed2954575f78" providerId="ADAL" clId="{6E9FA886-2786-465F-9EA5-5E15422CC54D}" dt="2025-03-11T09:36:28.410" v="24057" actId="113"/>
        <pc:sldMkLst>
          <pc:docMk/>
          <pc:sldMk cId="1196196347" sldId="433"/>
        </pc:sldMkLst>
        <pc:spChg chg="mod">
          <ac:chgData name="Mihaly Forray" userId="f7499d66-95d5-4fcb-b2ea-ed2954575f78" providerId="ADAL" clId="{6E9FA886-2786-465F-9EA5-5E15422CC54D}" dt="2025-03-09T13:46:24.021" v="366"/>
          <ac:spMkLst>
            <pc:docMk/>
            <pc:sldMk cId="1196196347" sldId="433"/>
            <ac:spMk id="6" creationId="{4D399297-40EF-EE32-D0A8-4AED9215E9D6}"/>
          </ac:spMkLst>
        </pc:spChg>
        <pc:spChg chg="mod">
          <ac:chgData name="Mihaly Forray" userId="f7499d66-95d5-4fcb-b2ea-ed2954575f78" providerId="ADAL" clId="{6E9FA886-2786-465F-9EA5-5E15422CC54D}" dt="2025-03-11T07:26:06.455" v="23696" actId="5793"/>
          <ac:spMkLst>
            <pc:docMk/>
            <pc:sldMk cId="1196196347" sldId="433"/>
            <ac:spMk id="8" creationId="{2E7F18D8-084C-8010-E8CB-FD1494D8AFB0}"/>
          </ac:spMkLst>
        </pc:spChg>
      </pc:sldChg>
      <pc:sldChg chg="addSp delSp modSp mod ord setBg modClrScheme chgLayout modNotesTx">
        <pc:chgData name="Mihaly Forray" userId="f7499d66-95d5-4fcb-b2ea-ed2954575f78" providerId="ADAL" clId="{6E9FA886-2786-465F-9EA5-5E15422CC54D}" dt="2025-03-11T09:37:55.525" v="24073" actId="113"/>
        <pc:sldMkLst>
          <pc:docMk/>
          <pc:sldMk cId="396034893" sldId="434"/>
        </pc:sldMkLst>
        <pc:spChg chg="mod ord">
          <ac:chgData name="Mihaly Forray" userId="f7499d66-95d5-4fcb-b2ea-ed2954575f78" providerId="ADAL" clId="{6E9FA886-2786-465F-9EA5-5E15422CC54D}" dt="2025-03-09T13:48:31.937" v="382" actId="26606"/>
          <ac:spMkLst>
            <pc:docMk/>
            <pc:sldMk cId="396034893" sldId="434"/>
            <ac:spMk id="6" creationId="{C8B04AD5-794D-43C6-9E4F-392DAE335F8D}"/>
          </ac:spMkLst>
        </pc:spChg>
        <pc:spChg chg="add mod">
          <ac:chgData name="Mihaly Forray" userId="f7499d66-95d5-4fcb-b2ea-ed2954575f78" providerId="ADAL" clId="{6E9FA886-2786-465F-9EA5-5E15422CC54D}" dt="2025-03-09T13:48:36.870" v="390" actId="20577"/>
          <ac:spMkLst>
            <pc:docMk/>
            <pc:sldMk cId="396034893" sldId="434"/>
            <ac:spMk id="11" creationId="{ADD8A7B1-F12A-E0A7-7B3F-BDE3C5EDC9D6}"/>
          </ac:spMkLst>
        </pc:spChg>
        <pc:picChg chg="add mod">
          <ac:chgData name="Mihaly Forray" userId="f7499d66-95d5-4fcb-b2ea-ed2954575f78" providerId="ADAL" clId="{6E9FA886-2786-465F-9EA5-5E15422CC54D}" dt="2025-03-09T13:48:31.937" v="382" actId="26606"/>
          <ac:picMkLst>
            <pc:docMk/>
            <pc:sldMk cId="396034893" sldId="434"/>
            <ac:picMk id="3" creationId="{7DA7FE7F-ADE6-E068-F7CD-91921D8BA171}"/>
          </ac:picMkLst>
        </pc:picChg>
      </pc:sldChg>
      <pc:sldChg chg="modSp mod ord modNotesTx">
        <pc:chgData name="Mihaly Forray" userId="f7499d66-95d5-4fcb-b2ea-ed2954575f78" providerId="ADAL" clId="{6E9FA886-2786-465F-9EA5-5E15422CC54D}" dt="2025-03-11T09:57:56.359" v="24125" actId="113"/>
        <pc:sldMkLst>
          <pc:docMk/>
          <pc:sldMk cId="580648711" sldId="435"/>
        </pc:sldMkLst>
        <pc:spChg chg="mod">
          <ac:chgData name="Mihaly Forray" userId="f7499d66-95d5-4fcb-b2ea-ed2954575f78" providerId="ADAL" clId="{6E9FA886-2786-465F-9EA5-5E15422CC54D}" dt="2025-03-09T13:49:02.577" v="392"/>
          <ac:spMkLst>
            <pc:docMk/>
            <pc:sldMk cId="580648711" sldId="435"/>
            <ac:spMk id="6" creationId="{AB593C6B-C053-ACE8-EA21-8DBBC6F5801B}"/>
          </ac:spMkLst>
        </pc:spChg>
        <pc:spChg chg="mod">
          <ac:chgData name="Mihaly Forray" userId="f7499d66-95d5-4fcb-b2ea-ed2954575f78" providerId="ADAL" clId="{6E9FA886-2786-465F-9EA5-5E15422CC54D}" dt="2025-03-09T20:46:47.965" v="17257" actId="20577"/>
          <ac:spMkLst>
            <pc:docMk/>
            <pc:sldMk cId="580648711" sldId="435"/>
            <ac:spMk id="8" creationId="{B1751261-4B62-880E-825F-F59F5790E70F}"/>
          </ac:spMkLst>
        </pc:spChg>
      </pc:sldChg>
      <pc:sldChg chg="addSp delSp modSp mod ord setBg modClrScheme chgLayout modNotesTx">
        <pc:chgData name="Mihaly Forray" userId="f7499d66-95d5-4fcb-b2ea-ed2954575f78" providerId="ADAL" clId="{6E9FA886-2786-465F-9EA5-5E15422CC54D}" dt="2025-03-11T11:10:37.983" v="24286" actId="113"/>
        <pc:sldMkLst>
          <pc:docMk/>
          <pc:sldMk cId="1311827946" sldId="436"/>
        </pc:sldMkLst>
        <pc:spChg chg="mod ord">
          <ac:chgData name="Mihaly Forray" userId="f7499d66-95d5-4fcb-b2ea-ed2954575f78" providerId="ADAL" clId="{6E9FA886-2786-465F-9EA5-5E15422CC54D}" dt="2025-03-09T13:54:28.474" v="412" actId="26606"/>
          <ac:spMkLst>
            <pc:docMk/>
            <pc:sldMk cId="1311827946" sldId="436"/>
            <ac:spMk id="6" creationId="{8D079F06-01C3-DAC3-5734-C00BAB40987A}"/>
          </ac:spMkLst>
        </pc:spChg>
        <pc:spChg chg="add mod">
          <ac:chgData name="Mihaly Forray" userId="f7499d66-95d5-4fcb-b2ea-ed2954575f78" providerId="ADAL" clId="{6E9FA886-2786-465F-9EA5-5E15422CC54D}" dt="2025-03-09T13:54:33.005" v="420" actId="20577"/>
          <ac:spMkLst>
            <pc:docMk/>
            <pc:sldMk cId="1311827946" sldId="436"/>
            <ac:spMk id="11" creationId="{535E9D0F-E1C7-A7EC-6B12-4C9ED8C63340}"/>
          </ac:spMkLst>
        </pc:spChg>
        <pc:picChg chg="add mod">
          <ac:chgData name="Mihaly Forray" userId="f7499d66-95d5-4fcb-b2ea-ed2954575f78" providerId="ADAL" clId="{6E9FA886-2786-465F-9EA5-5E15422CC54D}" dt="2025-03-09T13:54:28.474" v="412" actId="26606"/>
          <ac:picMkLst>
            <pc:docMk/>
            <pc:sldMk cId="1311827946" sldId="436"/>
            <ac:picMk id="3" creationId="{DD1AB0EE-0036-AE18-CE25-2239E31BBE28}"/>
          </ac:picMkLst>
        </pc:picChg>
      </pc:sldChg>
      <pc:sldChg chg="modSp mod ord modNotesTx">
        <pc:chgData name="Mihaly Forray" userId="f7499d66-95d5-4fcb-b2ea-ed2954575f78" providerId="ADAL" clId="{6E9FA886-2786-465F-9EA5-5E15422CC54D}" dt="2025-03-11T10:02:23.171" v="24132" actId="113"/>
        <pc:sldMkLst>
          <pc:docMk/>
          <pc:sldMk cId="1169079579" sldId="437"/>
        </pc:sldMkLst>
        <pc:spChg chg="mod">
          <ac:chgData name="Mihaly Forray" userId="f7499d66-95d5-4fcb-b2ea-ed2954575f78" providerId="ADAL" clId="{6E9FA886-2786-465F-9EA5-5E15422CC54D}" dt="2025-03-09T13:54:56.249" v="422"/>
          <ac:spMkLst>
            <pc:docMk/>
            <pc:sldMk cId="1169079579" sldId="437"/>
            <ac:spMk id="6" creationId="{860B6BB2-04EA-4ADB-6424-9C94A4E22991}"/>
          </ac:spMkLst>
        </pc:spChg>
        <pc:spChg chg="mod">
          <ac:chgData name="Mihaly Forray" userId="f7499d66-95d5-4fcb-b2ea-ed2954575f78" providerId="ADAL" clId="{6E9FA886-2786-465F-9EA5-5E15422CC54D}" dt="2025-03-09T20:49:14.518" v="17841" actId="20577"/>
          <ac:spMkLst>
            <pc:docMk/>
            <pc:sldMk cId="1169079579" sldId="437"/>
            <ac:spMk id="8" creationId="{7D01CFB2-3594-67E4-B3D2-6B4946715EB0}"/>
          </ac:spMkLst>
        </pc:spChg>
      </pc:sldChg>
      <pc:sldChg chg="del">
        <pc:chgData name="Mihaly Forray" userId="f7499d66-95d5-4fcb-b2ea-ed2954575f78" providerId="ADAL" clId="{6E9FA886-2786-465F-9EA5-5E15422CC54D}" dt="2025-03-09T13:57:48.062" v="444" actId="2696"/>
        <pc:sldMkLst>
          <pc:docMk/>
          <pc:sldMk cId="805323409" sldId="438"/>
        </pc:sldMkLst>
      </pc:sldChg>
      <pc:sldChg chg="del">
        <pc:chgData name="Mihaly Forray" userId="f7499d66-95d5-4fcb-b2ea-ed2954575f78" providerId="ADAL" clId="{6E9FA886-2786-465F-9EA5-5E15422CC54D}" dt="2025-03-09T13:59:31.224" v="460" actId="2696"/>
        <pc:sldMkLst>
          <pc:docMk/>
          <pc:sldMk cId="1786211761" sldId="439"/>
        </pc:sldMkLst>
      </pc:sldChg>
      <pc:sldChg chg="modSp mod modNotesTx">
        <pc:chgData name="Mihaly Forray" userId="f7499d66-95d5-4fcb-b2ea-ed2954575f78" providerId="ADAL" clId="{6E9FA886-2786-465F-9EA5-5E15422CC54D}" dt="2025-03-11T10:10:05.698" v="24221" actId="20577"/>
        <pc:sldMkLst>
          <pc:docMk/>
          <pc:sldMk cId="3850441365" sldId="440"/>
        </pc:sldMkLst>
        <pc:spChg chg="mod">
          <ac:chgData name="Mihaly Forray" userId="f7499d66-95d5-4fcb-b2ea-ed2954575f78" providerId="ADAL" clId="{6E9FA886-2786-465F-9EA5-5E15422CC54D}" dt="2025-03-09T13:57:52.504" v="445"/>
          <ac:spMkLst>
            <pc:docMk/>
            <pc:sldMk cId="3850441365" sldId="440"/>
            <ac:spMk id="6" creationId="{A2674142-1C62-B3F0-125F-EA2CB56A6887}"/>
          </ac:spMkLst>
        </pc:spChg>
        <pc:spChg chg="mod">
          <ac:chgData name="Mihaly Forray" userId="f7499d66-95d5-4fcb-b2ea-ed2954575f78" providerId="ADAL" clId="{6E9FA886-2786-465F-9EA5-5E15422CC54D}" dt="2025-03-09T13:58:06.001" v="452" actId="20577"/>
          <ac:spMkLst>
            <pc:docMk/>
            <pc:sldMk cId="3850441365" sldId="440"/>
            <ac:spMk id="8" creationId="{02BC74C4-04E2-FD48-F28A-6DBEF66FEA2C}"/>
          </ac:spMkLst>
        </pc:spChg>
      </pc:sldChg>
      <pc:sldChg chg="modSp del mod">
        <pc:chgData name="Mihaly Forray" userId="f7499d66-95d5-4fcb-b2ea-ed2954575f78" providerId="ADAL" clId="{6E9FA886-2786-465F-9EA5-5E15422CC54D}" dt="2025-03-09T13:59:31.224" v="460" actId="2696"/>
        <pc:sldMkLst>
          <pc:docMk/>
          <pc:sldMk cId="488080812" sldId="441"/>
        </pc:sldMkLst>
      </pc:sldChg>
      <pc:sldChg chg="del">
        <pc:chgData name="Mihaly Forray" userId="f7499d66-95d5-4fcb-b2ea-ed2954575f78" providerId="ADAL" clId="{6E9FA886-2786-465F-9EA5-5E15422CC54D}" dt="2025-03-09T13:59:31.224" v="460" actId="2696"/>
        <pc:sldMkLst>
          <pc:docMk/>
          <pc:sldMk cId="788536848" sldId="442"/>
        </pc:sldMkLst>
      </pc:sldChg>
      <pc:sldChg chg="del">
        <pc:chgData name="Mihaly Forray" userId="f7499d66-95d5-4fcb-b2ea-ed2954575f78" providerId="ADAL" clId="{6E9FA886-2786-465F-9EA5-5E15422CC54D}" dt="2025-03-09T13:59:31.224" v="460" actId="2696"/>
        <pc:sldMkLst>
          <pc:docMk/>
          <pc:sldMk cId="3003793029" sldId="443"/>
        </pc:sldMkLst>
      </pc:sldChg>
      <pc:sldChg chg="del">
        <pc:chgData name="Mihaly Forray" userId="f7499d66-95d5-4fcb-b2ea-ed2954575f78" providerId="ADAL" clId="{6E9FA886-2786-465F-9EA5-5E15422CC54D}" dt="2025-03-09T13:59:31.224" v="460" actId="2696"/>
        <pc:sldMkLst>
          <pc:docMk/>
          <pc:sldMk cId="643172884" sldId="444"/>
        </pc:sldMkLst>
      </pc:sldChg>
      <pc:sldChg chg="del">
        <pc:chgData name="Mihaly Forray" userId="f7499d66-95d5-4fcb-b2ea-ed2954575f78" providerId="ADAL" clId="{6E9FA886-2786-465F-9EA5-5E15422CC54D}" dt="2025-03-09T13:59:31.224" v="460" actId="2696"/>
        <pc:sldMkLst>
          <pc:docMk/>
          <pc:sldMk cId="2920623525" sldId="446"/>
        </pc:sldMkLst>
      </pc:sldChg>
      <pc:sldChg chg="addSp delSp modSp mod ord setBg modClrScheme chgLayout modNotesTx">
        <pc:chgData name="Mihaly Forray" userId="f7499d66-95d5-4fcb-b2ea-ed2954575f78" providerId="ADAL" clId="{6E9FA886-2786-465F-9EA5-5E15422CC54D}" dt="2025-03-11T10:09:22.953" v="24196" actId="20577"/>
        <pc:sldMkLst>
          <pc:docMk/>
          <pc:sldMk cId="1744058176" sldId="447"/>
        </pc:sldMkLst>
        <pc:spChg chg="mod ord">
          <ac:chgData name="Mihaly Forray" userId="f7499d66-95d5-4fcb-b2ea-ed2954575f78" providerId="ADAL" clId="{6E9FA886-2786-465F-9EA5-5E15422CC54D}" dt="2025-03-09T13:57:13.063" v="434" actId="26606"/>
          <ac:spMkLst>
            <pc:docMk/>
            <pc:sldMk cId="1744058176" sldId="447"/>
            <ac:spMk id="6" creationId="{96A7076F-026C-5E61-1108-87EFDA2C1ED2}"/>
          </ac:spMkLst>
        </pc:spChg>
        <pc:spChg chg="add mod">
          <ac:chgData name="Mihaly Forray" userId="f7499d66-95d5-4fcb-b2ea-ed2954575f78" providerId="ADAL" clId="{6E9FA886-2786-465F-9EA5-5E15422CC54D}" dt="2025-03-09T13:57:17.281" v="442" actId="20577"/>
          <ac:spMkLst>
            <pc:docMk/>
            <pc:sldMk cId="1744058176" sldId="447"/>
            <ac:spMk id="11" creationId="{67B4EE0E-DE3A-B2D5-3EDD-24C63125A1D9}"/>
          </ac:spMkLst>
        </pc:spChg>
        <pc:picChg chg="add mod">
          <ac:chgData name="Mihaly Forray" userId="f7499d66-95d5-4fcb-b2ea-ed2954575f78" providerId="ADAL" clId="{6E9FA886-2786-465F-9EA5-5E15422CC54D}" dt="2025-03-09T13:57:13.063" v="434" actId="26606"/>
          <ac:picMkLst>
            <pc:docMk/>
            <pc:sldMk cId="1744058176" sldId="447"/>
            <ac:picMk id="3" creationId="{AC10A27F-F8DF-71AA-4656-548FAE0B4B2A}"/>
          </ac:picMkLst>
        </pc:picChg>
      </pc:sldChg>
      <pc:sldChg chg="addSp delSp modSp del mod setBg modClrScheme chgLayout">
        <pc:chgData name="Mihaly Forray" userId="f7499d66-95d5-4fcb-b2ea-ed2954575f78" providerId="ADAL" clId="{6E9FA886-2786-465F-9EA5-5E15422CC54D}" dt="2025-03-09T13:11:25.402" v="132" actId="2696"/>
        <pc:sldMkLst>
          <pc:docMk/>
          <pc:sldMk cId="362759311" sldId="448"/>
        </pc:sldMkLst>
      </pc:sldChg>
      <pc:sldChg chg="addSp delSp modSp mod ord setBg modClrScheme chgLayout modNotesTx">
        <pc:chgData name="Mihaly Forray" userId="f7499d66-95d5-4fcb-b2ea-ed2954575f78" providerId="ADAL" clId="{6E9FA886-2786-465F-9EA5-5E15422CC54D}" dt="2025-03-11T08:26:21.719" v="23844" actId="113"/>
        <pc:sldMkLst>
          <pc:docMk/>
          <pc:sldMk cId="137863185" sldId="449"/>
        </pc:sldMkLst>
        <pc:spChg chg="mod ord">
          <ac:chgData name="Mihaly Forray" userId="f7499d66-95d5-4fcb-b2ea-ed2954575f78" providerId="ADAL" clId="{6E9FA886-2786-465F-9EA5-5E15422CC54D}" dt="2025-03-09T17:18:16.370" v="1962" actId="20577"/>
          <ac:spMkLst>
            <pc:docMk/>
            <pc:sldMk cId="137863185" sldId="449"/>
            <ac:spMk id="6" creationId="{0FC1C904-E8FB-F125-F52B-4180B6160FBF}"/>
          </ac:spMkLst>
        </pc:spChg>
        <pc:spChg chg="add mod">
          <ac:chgData name="Mihaly Forray" userId="f7499d66-95d5-4fcb-b2ea-ed2954575f78" providerId="ADAL" clId="{6E9FA886-2786-465F-9EA5-5E15422CC54D}" dt="2025-03-09T13:16:55.228" v="181" actId="20577"/>
          <ac:spMkLst>
            <pc:docMk/>
            <pc:sldMk cId="137863185" sldId="449"/>
            <ac:spMk id="11" creationId="{65077AD9-7A7E-19D7-3F41-DCE98833F67D}"/>
          </ac:spMkLst>
        </pc:spChg>
        <pc:picChg chg="add mod">
          <ac:chgData name="Mihaly Forray" userId="f7499d66-95d5-4fcb-b2ea-ed2954575f78" providerId="ADAL" clId="{6E9FA886-2786-465F-9EA5-5E15422CC54D}" dt="2025-03-09T13:16:49.594" v="171" actId="26606"/>
          <ac:picMkLst>
            <pc:docMk/>
            <pc:sldMk cId="137863185" sldId="449"/>
            <ac:picMk id="3" creationId="{1015CBB2-7B9B-3ABF-FE01-04133414FDBC}"/>
          </ac:picMkLst>
        </pc:picChg>
      </pc:sldChg>
      <pc:sldChg chg="modSp mod modNotesTx">
        <pc:chgData name="Mihaly Forray" userId="f7499d66-95d5-4fcb-b2ea-ed2954575f78" providerId="ADAL" clId="{6E9FA886-2786-465F-9EA5-5E15422CC54D}" dt="2025-03-11T09:44:31.718" v="24104" actId="20577"/>
        <pc:sldMkLst>
          <pc:docMk/>
          <pc:sldMk cId="4282456216" sldId="451"/>
        </pc:sldMkLst>
        <pc:spChg chg="mod">
          <ac:chgData name="Mihaly Forray" userId="f7499d66-95d5-4fcb-b2ea-ed2954575f78" providerId="ADAL" clId="{6E9FA886-2786-465F-9EA5-5E15422CC54D}" dt="2025-03-09T13:44:21.359" v="340"/>
          <ac:spMkLst>
            <pc:docMk/>
            <pc:sldMk cId="4282456216" sldId="451"/>
            <ac:spMk id="6" creationId="{090BAA30-D7F6-0782-2DF9-891C488F3ACF}"/>
          </ac:spMkLst>
        </pc:spChg>
        <pc:spChg chg="mod">
          <ac:chgData name="Mihaly Forray" userId="f7499d66-95d5-4fcb-b2ea-ed2954575f78" providerId="ADAL" clId="{6E9FA886-2786-465F-9EA5-5E15422CC54D}" dt="2025-03-09T13:44:38.771" v="349" actId="20577"/>
          <ac:spMkLst>
            <pc:docMk/>
            <pc:sldMk cId="4282456216" sldId="451"/>
            <ac:spMk id="8" creationId="{5D72517A-E987-9565-5E26-1CF9DBA82D4A}"/>
          </ac:spMkLst>
        </pc:spChg>
      </pc:sldChg>
      <pc:sldChg chg="modSp add mod modNotesTx">
        <pc:chgData name="Mihaly Forray" userId="f7499d66-95d5-4fcb-b2ea-ed2954575f78" providerId="ADAL" clId="{6E9FA886-2786-465F-9EA5-5E15422CC54D}" dt="2025-03-11T08:24:16.345" v="23841" actId="113"/>
        <pc:sldMkLst>
          <pc:docMk/>
          <pc:sldMk cId="3210382718" sldId="452"/>
        </pc:sldMkLst>
        <pc:spChg chg="mod">
          <ac:chgData name="Mihaly Forray" userId="f7499d66-95d5-4fcb-b2ea-ed2954575f78" providerId="ADAL" clId="{6E9FA886-2786-465F-9EA5-5E15422CC54D}" dt="2025-03-09T17:00:30.247" v="1798"/>
          <ac:spMkLst>
            <pc:docMk/>
            <pc:sldMk cId="3210382718" sldId="452"/>
            <ac:spMk id="6" creationId="{5BC7A67C-97B4-553B-4656-767ECAD52E8D}"/>
          </ac:spMkLst>
        </pc:spChg>
        <pc:spChg chg="mod">
          <ac:chgData name="Mihaly Forray" userId="f7499d66-95d5-4fcb-b2ea-ed2954575f78" providerId="ADAL" clId="{6E9FA886-2786-465F-9EA5-5E15422CC54D}" dt="2025-03-09T17:09:31.214" v="1819" actId="20577"/>
          <ac:spMkLst>
            <pc:docMk/>
            <pc:sldMk cId="3210382718" sldId="452"/>
            <ac:spMk id="8" creationId="{FE5DA95F-7144-3AB6-E171-238C84CDE081}"/>
          </ac:spMkLst>
        </pc:spChg>
      </pc:sldChg>
      <pc:sldChg chg="addSp delSp modSp add mod ord modNotesTx">
        <pc:chgData name="Mihaly Forray" userId="f7499d66-95d5-4fcb-b2ea-ed2954575f78" providerId="ADAL" clId="{6E9FA886-2786-465F-9EA5-5E15422CC54D}" dt="2025-03-09T21:24:01.493" v="23194" actId="2711"/>
        <pc:sldMkLst>
          <pc:docMk/>
          <pc:sldMk cId="3176260237" sldId="453"/>
        </pc:sldMkLst>
        <pc:spChg chg="mod">
          <ac:chgData name="Mihaly Forray" userId="f7499d66-95d5-4fcb-b2ea-ed2954575f78" providerId="ADAL" clId="{6E9FA886-2786-465F-9EA5-5E15422CC54D}" dt="2025-03-09T21:18:13.403" v="23148" actId="1076"/>
          <ac:spMkLst>
            <pc:docMk/>
            <pc:sldMk cId="3176260237" sldId="453"/>
            <ac:spMk id="4" creationId="{2C97C963-C45E-8DC3-066A-7BB2835441C4}"/>
          </ac:spMkLst>
        </pc:spChg>
        <pc:spChg chg="mod">
          <ac:chgData name="Mihaly Forray" userId="f7499d66-95d5-4fcb-b2ea-ed2954575f78" providerId="ADAL" clId="{6E9FA886-2786-465F-9EA5-5E15422CC54D}" dt="2025-03-09T21:18:13.403" v="23148" actId="1076"/>
          <ac:spMkLst>
            <pc:docMk/>
            <pc:sldMk cId="3176260237" sldId="453"/>
            <ac:spMk id="5" creationId="{CA11E54A-3D4E-4CEB-8677-FDEEA0851CF1}"/>
          </ac:spMkLst>
        </pc:spChg>
        <pc:spChg chg="mod">
          <ac:chgData name="Mihaly Forray" userId="f7499d66-95d5-4fcb-b2ea-ed2954575f78" providerId="ADAL" clId="{6E9FA886-2786-465F-9EA5-5E15422CC54D}" dt="2025-03-09T21:18:13.403" v="23148" actId="1076"/>
          <ac:spMkLst>
            <pc:docMk/>
            <pc:sldMk cId="3176260237" sldId="453"/>
            <ac:spMk id="6" creationId="{42FD2460-84DE-8FFB-A283-3FC73C6AA53F}"/>
          </ac:spMkLst>
        </pc:spChg>
        <pc:spChg chg="mod">
          <ac:chgData name="Mihaly Forray" userId="f7499d66-95d5-4fcb-b2ea-ed2954575f78" providerId="ADAL" clId="{6E9FA886-2786-465F-9EA5-5E15422CC54D}" dt="2025-03-09T21:18:13.403" v="23148" actId="1076"/>
          <ac:spMkLst>
            <pc:docMk/>
            <pc:sldMk cId="3176260237" sldId="453"/>
            <ac:spMk id="7" creationId="{815146A9-8D16-8589-E054-8910EE149574}"/>
          </ac:spMkLst>
        </pc:spChg>
        <pc:spChg chg="mod">
          <ac:chgData name="Mihaly Forray" userId="f7499d66-95d5-4fcb-b2ea-ed2954575f78" providerId="ADAL" clId="{6E9FA886-2786-465F-9EA5-5E15422CC54D}" dt="2025-03-09T21:18:00.171" v="23147" actId="1076"/>
          <ac:spMkLst>
            <pc:docMk/>
            <pc:sldMk cId="3176260237" sldId="453"/>
            <ac:spMk id="10" creationId="{3E818F59-47CE-7E82-AC3D-602B35866685}"/>
          </ac:spMkLst>
        </pc:spChg>
      </pc:sldChg>
    </pc:docChg>
  </pc:docChgLst>
  <pc:docChgLst>
    <pc:chgData name="Mihaly Forray" userId="f7499d66-95d5-4fcb-b2ea-ed2954575f78" providerId="ADAL" clId="{06E9CDDC-1E05-43E0-A534-4D228456B1F4}"/>
    <pc:docChg chg="delSld modSld">
      <pc:chgData name="Mihaly Forray" userId="f7499d66-95d5-4fcb-b2ea-ed2954575f78" providerId="ADAL" clId="{06E9CDDC-1E05-43E0-A534-4D228456B1F4}" dt="2025-03-11T13:05:13.126" v="22" actId="20577"/>
      <pc:docMkLst>
        <pc:docMk/>
      </pc:docMkLst>
      <pc:sldChg chg="modNotesTx">
        <pc:chgData name="Mihaly Forray" userId="f7499d66-95d5-4fcb-b2ea-ed2954575f78" providerId="ADAL" clId="{06E9CDDC-1E05-43E0-A534-4D228456B1F4}" dt="2025-03-11T13:03:59.298" v="0" actId="20577"/>
        <pc:sldMkLst>
          <pc:docMk/>
          <pc:sldMk cId="3852199295" sldId="351"/>
        </pc:sldMkLst>
      </pc:sldChg>
      <pc:sldChg chg="modNotesTx">
        <pc:chgData name="Mihaly Forray" userId="f7499d66-95d5-4fcb-b2ea-ed2954575f78" providerId="ADAL" clId="{06E9CDDC-1E05-43E0-A534-4D228456B1F4}" dt="2025-03-11T13:04:02.148" v="1" actId="20577"/>
        <pc:sldMkLst>
          <pc:docMk/>
          <pc:sldMk cId="743351160" sldId="353"/>
        </pc:sldMkLst>
      </pc:sldChg>
      <pc:sldChg chg="modNotesTx">
        <pc:chgData name="Mihaly Forray" userId="f7499d66-95d5-4fcb-b2ea-ed2954575f78" providerId="ADAL" clId="{06E9CDDC-1E05-43E0-A534-4D228456B1F4}" dt="2025-03-11T13:04:27.625" v="8" actId="20577"/>
        <pc:sldMkLst>
          <pc:docMk/>
          <pc:sldMk cId="90408933" sldId="417"/>
        </pc:sldMkLst>
      </pc:sldChg>
      <pc:sldChg chg="modNotesTx">
        <pc:chgData name="Mihaly Forray" userId="f7499d66-95d5-4fcb-b2ea-ed2954575f78" providerId="ADAL" clId="{06E9CDDC-1E05-43E0-A534-4D228456B1F4}" dt="2025-03-11T13:04:10.663" v="4" actId="20577"/>
        <pc:sldMkLst>
          <pc:docMk/>
          <pc:sldMk cId="3767446517" sldId="419"/>
        </pc:sldMkLst>
      </pc:sldChg>
      <pc:sldChg chg="modNotesTx">
        <pc:chgData name="Mihaly Forray" userId="f7499d66-95d5-4fcb-b2ea-ed2954575f78" providerId="ADAL" clId="{06E9CDDC-1E05-43E0-A534-4D228456B1F4}" dt="2025-03-11T13:04:18.063" v="5" actId="20577"/>
        <pc:sldMkLst>
          <pc:docMk/>
          <pc:sldMk cId="1415935382" sldId="421"/>
        </pc:sldMkLst>
      </pc:sldChg>
      <pc:sldChg chg="del">
        <pc:chgData name="Mihaly Forray" userId="f7499d66-95d5-4fcb-b2ea-ed2954575f78" providerId="ADAL" clId="{06E9CDDC-1E05-43E0-A534-4D228456B1F4}" dt="2025-03-11T13:05:03.193" v="21" actId="2696"/>
        <pc:sldMkLst>
          <pc:docMk/>
          <pc:sldMk cId="4014762118" sldId="422"/>
        </pc:sldMkLst>
      </pc:sldChg>
      <pc:sldChg chg="modNotesTx">
        <pc:chgData name="Mihaly Forray" userId="f7499d66-95d5-4fcb-b2ea-ed2954575f78" providerId="ADAL" clId="{06E9CDDC-1E05-43E0-A534-4D228456B1F4}" dt="2025-03-11T13:05:13.126" v="22" actId="20577"/>
        <pc:sldMkLst>
          <pc:docMk/>
          <pc:sldMk cId="2827755944" sldId="423"/>
        </pc:sldMkLst>
      </pc:sldChg>
      <pc:sldChg chg="modNotesTx">
        <pc:chgData name="Mihaly Forray" userId="f7499d66-95d5-4fcb-b2ea-ed2954575f78" providerId="ADAL" clId="{06E9CDDC-1E05-43E0-A534-4D228456B1F4}" dt="2025-03-11T13:04:22.820" v="6" actId="20577"/>
        <pc:sldMkLst>
          <pc:docMk/>
          <pc:sldMk cId="1486424374" sldId="426"/>
        </pc:sldMkLst>
      </pc:sldChg>
      <pc:sldChg chg="modNotesTx">
        <pc:chgData name="Mihaly Forray" userId="f7499d66-95d5-4fcb-b2ea-ed2954575f78" providerId="ADAL" clId="{06E9CDDC-1E05-43E0-A534-4D228456B1F4}" dt="2025-03-11T13:04:24.964" v="7" actId="20577"/>
        <pc:sldMkLst>
          <pc:docMk/>
          <pc:sldMk cId="3987860238" sldId="427"/>
        </pc:sldMkLst>
      </pc:sldChg>
      <pc:sldChg chg="modNotesTx">
        <pc:chgData name="Mihaly Forray" userId="f7499d66-95d5-4fcb-b2ea-ed2954575f78" providerId="ADAL" clId="{06E9CDDC-1E05-43E0-A534-4D228456B1F4}" dt="2025-03-11T13:04:29.784" v="9" actId="20577"/>
        <pc:sldMkLst>
          <pc:docMk/>
          <pc:sldMk cId="3226815803" sldId="428"/>
        </pc:sldMkLst>
      </pc:sldChg>
      <pc:sldChg chg="modNotesTx">
        <pc:chgData name="Mihaly Forray" userId="f7499d66-95d5-4fcb-b2ea-ed2954575f78" providerId="ADAL" clId="{06E9CDDC-1E05-43E0-A534-4D228456B1F4}" dt="2025-03-11T13:04:43.148" v="14" actId="20577"/>
        <pc:sldMkLst>
          <pc:docMk/>
          <pc:sldMk cId="3950926806" sldId="431"/>
        </pc:sldMkLst>
      </pc:sldChg>
      <pc:sldChg chg="modNotesTx">
        <pc:chgData name="Mihaly Forray" userId="f7499d66-95d5-4fcb-b2ea-ed2954575f78" providerId="ADAL" clId="{06E9CDDC-1E05-43E0-A534-4D228456B1F4}" dt="2025-03-11T13:04:33.413" v="10" actId="20577"/>
        <pc:sldMkLst>
          <pc:docMk/>
          <pc:sldMk cId="1993873690" sldId="432"/>
        </pc:sldMkLst>
      </pc:sldChg>
      <pc:sldChg chg="modNotesTx">
        <pc:chgData name="Mihaly Forray" userId="f7499d66-95d5-4fcb-b2ea-ed2954575f78" providerId="ADAL" clId="{06E9CDDC-1E05-43E0-A534-4D228456B1F4}" dt="2025-03-11T13:04:35.389" v="11" actId="20577"/>
        <pc:sldMkLst>
          <pc:docMk/>
          <pc:sldMk cId="1196196347" sldId="433"/>
        </pc:sldMkLst>
      </pc:sldChg>
      <pc:sldChg chg="modNotesTx">
        <pc:chgData name="Mihaly Forray" userId="f7499d66-95d5-4fcb-b2ea-ed2954575f78" providerId="ADAL" clId="{06E9CDDC-1E05-43E0-A534-4D228456B1F4}" dt="2025-03-11T13:04:38.183" v="12" actId="20577"/>
        <pc:sldMkLst>
          <pc:docMk/>
          <pc:sldMk cId="396034893" sldId="434"/>
        </pc:sldMkLst>
      </pc:sldChg>
      <pc:sldChg chg="modNotesTx">
        <pc:chgData name="Mihaly Forray" userId="f7499d66-95d5-4fcb-b2ea-ed2954575f78" providerId="ADAL" clId="{06E9CDDC-1E05-43E0-A534-4D228456B1F4}" dt="2025-03-11T13:04:45.974" v="15" actId="20577"/>
        <pc:sldMkLst>
          <pc:docMk/>
          <pc:sldMk cId="580648711" sldId="435"/>
        </pc:sldMkLst>
      </pc:sldChg>
      <pc:sldChg chg="modNotesTx">
        <pc:chgData name="Mihaly Forray" userId="f7499d66-95d5-4fcb-b2ea-ed2954575f78" providerId="ADAL" clId="{06E9CDDC-1E05-43E0-A534-4D228456B1F4}" dt="2025-03-11T13:04:49.586" v="16" actId="20577"/>
        <pc:sldMkLst>
          <pc:docMk/>
          <pc:sldMk cId="1311827946" sldId="436"/>
        </pc:sldMkLst>
      </pc:sldChg>
      <pc:sldChg chg="modNotesTx">
        <pc:chgData name="Mihaly Forray" userId="f7499d66-95d5-4fcb-b2ea-ed2954575f78" providerId="ADAL" clId="{06E9CDDC-1E05-43E0-A534-4D228456B1F4}" dt="2025-03-11T13:04:51.741" v="17" actId="20577"/>
        <pc:sldMkLst>
          <pc:docMk/>
          <pc:sldMk cId="1169079579" sldId="437"/>
        </pc:sldMkLst>
      </pc:sldChg>
      <pc:sldChg chg="modNotesTx">
        <pc:chgData name="Mihaly Forray" userId="f7499d66-95d5-4fcb-b2ea-ed2954575f78" providerId="ADAL" clId="{06E9CDDC-1E05-43E0-A534-4D228456B1F4}" dt="2025-03-11T13:04:56.528" v="19" actId="20577"/>
        <pc:sldMkLst>
          <pc:docMk/>
          <pc:sldMk cId="3850441365" sldId="440"/>
        </pc:sldMkLst>
      </pc:sldChg>
      <pc:sldChg chg="modNotesTx">
        <pc:chgData name="Mihaly Forray" userId="f7499d66-95d5-4fcb-b2ea-ed2954575f78" providerId="ADAL" clId="{06E9CDDC-1E05-43E0-A534-4D228456B1F4}" dt="2025-03-11T13:04:53.777" v="18" actId="20577"/>
        <pc:sldMkLst>
          <pc:docMk/>
          <pc:sldMk cId="1744058176" sldId="447"/>
        </pc:sldMkLst>
      </pc:sldChg>
      <pc:sldChg chg="modNotesTx">
        <pc:chgData name="Mihaly Forray" userId="f7499d66-95d5-4fcb-b2ea-ed2954575f78" providerId="ADAL" clId="{06E9CDDC-1E05-43E0-A534-4D228456B1F4}" dt="2025-03-11T13:04:07.708" v="3" actId="20577"/>
        <pc:sldMkLst>
          <pc:docMk/>
          <pc:sldMk cId="137863185" sldId="449"/>
        </pc:sldMkLst>
      </pc:sldChg>
      <pc:sldChg chg="modNotesTx">
        <pc:chgData name="Mihaly Forray" userId="f7499d66-95d5-4fcb-b2ea-ed2954575f78" providerId="ADAL" clId="{06E9CDDC-1E05-43E0-A534-4D228456B1F4}" dt="2025-03-11T13:04:40.297" v="13" actId="20577"/>
        <pc:sldMkLst>
          <pc:docMk/>
          <pc:sldMk cId="4282456216" sldId="451"/>
        </pc:sldMkLst>
      </pc:sldChg>
      <pc:sldChg chg="modNotesTx">
        <pc:chgData name="Mihaly Forray" userId="f7499d66-95d5-4fcb-b2ea-ed2954575f78" providerId="ADAL" clId="{06E9CDDC-1E05-43E0-A534-4D228456B1F4}" dt="2025-03-11T13:04:04.593" v="2" actId="20577"/>
        <pc:sldMkLst>
          <pc:docMk/>
          <pc:sldMk cId="3210382718" sldId="452"/>
        </pc:sldMkLst>
      </pc:sldChg>
      <pc:sldChg chg="modNotesTx">
        <pc:chgData name="Mihaly Forray" userId="f7499d66-95d5-4fcb-b2ea-ed2954575f78" providerId="ADAL" clId="{06E9CDDC-1E05-43E0-A534-4D228456B1F4}" dt="2025-03-11T13:04:59.494" v="20" actId="20577"/>
        <pc:sldMkLst>
          <pc:docMk/>
          <pc:sldMk cId="3176260237" sldId="453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10AE391-5090-4A20-BB83-AE7944D7572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E0C791-4472-47EB-A5D1-40410E86099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83E989-3A32-4871-848D-A577D002F4D8}" type="datetimeFigureOut">
              <a:rPr lang="en-US" smtClean="0"/>
              <a:t>3/11/2025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289C3D-9323-4256-B98A-37D9853EA95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71EE58-95EA-4121-8D8F-D9BF9D78CFE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AC666C-E93D-47E9-A306-F95DA55A0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49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980DEF-0AD7-4BDB-840C-61DE4010FC3D}" type="datetimeFigureOut">
              <a:rPr lang="en-US" smtClean="0"/>
              <a:t>3/11/2025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68A001-691D-41D9-91DC-B9507CB04C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4161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lnSpc>
                <a:spcPct val="107000"/>
              </a:lnSpc>
              <a:spcAft>
                <a:spcPts val="800"/>
              </a:spcAft>
            </a:pPr>
            <a:endParaRPr lang="hu-HU" sz="1200" kern="100" dirty="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68A001-691D-41D9-91DC-B9507CB04C7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9104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lnSpc>
                <a:spcPct val="107000"/>
              </a:lnSpc>
              <a:spcAft>
                <a:spcPts val="800"/>
              </a:spcAft>
            </a:pPr>
            <a:endParaRPr lang="hu-HU" sz="1200" kern="100" dirty="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68A001-691D-41D9-91DC-B9507CB04C7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2147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52071-6526-736C-D134-DB115EF82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82D183-789D-490D-6FEC-7B8A448708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16B3AB-98BA-71C0-DD7E-D42F0A0282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lnSpc>
                <a:spcPct val="107000"/>
              </a:lnSpc>
              <a:spcAft>
                <a:spcPts val="800"/>
              </a:spcAft>
            </a:pPr>
            <a:endParaRPr lang="hu-HU" sz="1200" dirty="0">
              <a:latin typeface="+mj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C65165-7187-F38B-0E05-06BF58D956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68A001-691D-41D9-91DC-B9507CB04C7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8264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6D534D-4431-AFE4-E0F6-07363EB8F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C142D9-D208-D1D6-CE8C-2FEF32417A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566F74-91A4-695F-1849-B43FC840C0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sz="1200" dirty="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D57330-B6A5-3D67-29E9-40FFA22611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68A001-691D-41D9-91DC-B9507CB04C7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0448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AD1D11-4057-15DF-B9EC-CA0D62983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D46D85-9212-32B9-1AB7-F6A66EE25D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087981-2195-3CFE-A083-3D61792516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dirty="0">
              <a:solidFill>
                <a:srgbClr val="0E101A"/>
              </a:solidFill>
              <a:effectLst/>
              <a:latin typeface="+mj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735E89-648C-5D39-8569-C8EE42E381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68A001-691D-41D9-91DC-B9507CB04C7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73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2EAB28-034E-C072-E16B-8823AA164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B51146-A3C9-2C01-9884-DB057CDDA2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49FC11-7B15-E7B6-EC31-4748DDC399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lnSpc>
                <a:spcPct val="107000"/>
              </a:lnSpc>
              <a:spcAft>
                <a:spcPts val="800"/>
              </a:spcAft>
            </a:pPr>
            <a:endParaRPr lang="en-US" sz="1200" kern="100" dirty="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38EE44-4158-B59C-A649-A4510422A6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68A001-691D-41D9-91DC-B9507CB04C7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5940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831DB-AD68-A2C9-D75C-A24DBE91A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7AC9FD-C15C-B264-FF2A-35C776E883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5C8D53-5F90-C192-4D55-9C9EF50916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>
              <a:solidFill>
                <a:srgbClr val="0E101A"/>
              </a:solidFill>
              <a:effectLst/>
              <a:latin typeface="+mj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C1EA54-C97D-1289-C4E3-32BF5CDB34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68A001-691D-41D9-91DC-B9507CB04C7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9909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462A51-C2B4-FF8D-9127-0AD6CBC22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74818D-A42B-8EDB-530E-2642A25203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3F055E-DF9A-FE2A-A988-F8F3AB1B78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lnSpc>
                <a:spcPct val="107000"/>
              </a:lnSpc>
              <a:spcAft>
                <a:spcPts val="800"/>
              </a:spcAft>
            </a:pPr>
            <a:endParaRPr lang="hu-HU" sz="1200" kern="100" dirty="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7AE8AC-70FE-308F-53F0-552A83902D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68A001-691D-41D9-91DC-B9507CB04C7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7565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0F557-F809-CC00-3CD7-1E6E9C12E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8A4D82-5233-20DE-0897-99F929F8AB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D33F5C-04AB-6312-CAC7-1E0FFD4C34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sz="1200" b="0" dirty="0">
              <a:solidFill>
                <a:srgbClr val="0E101A"/>
              </a:solidFill>
              <a:effectLst/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157615-A6B4-541D-CE2A-3BABC00FE8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68A001-691D-41D9-91DC-B9507CB04C7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2851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53F69D-36A2-D30C-CEC8-02A9F3686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27B4F9-DEFF-6A84-AA09-59749C4B91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72427A-9BAE-72B5-9093-81E15E3990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lnSpc>
                <a:spcPct val="107000"/>
              </a:lnSpc>
              <a:spcAft>
                <a:spcPts val="800"/>
              </a:spcAft>
            </a:pPr>
            <a:endParaRPr lang="hu-HU" sz="1200" b="1" kern="100" dirty="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F9FF45-5844-2A17-2D08-468F5B9744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68A001-691D-41D9-91DC-B9507CB04C7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7270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160FF4-B6F9-FBE7-98C9-CA3777537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B3BF64-876A-B744-78BF-148F19ADA8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903983-6C85-52C2-E741-1E1F82ECBB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lnSpc>
                <a:spcPct val="107000"/>
              </a:lnSpc>
              <a:spcAft>
                <a:spcPts val="800"/>
              </a:spcAft>
            </a:pPr>
            <a:endParaRPr lang="hu-HU" sz="1200" kern="100" dirty="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6D1FE8-8DBF-612B-0E59-C4D069734B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68A001-691D-41D9-91DC-B9507CB04C7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90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17BF2-358E-024D-064A-947A94AFA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8F538B-967E-57CE-0124-9B47CABC37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7A4C68-739D-8669-CA44-A98A1D0DC9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>
              <a:lnSpc>
                <a:spcPct val="107000"/>
              </a:lnSpc>
              <a:spcAft>
                <a:spcPts val="800"/>
              </a:spcAft>
              <a:buFont typeface="+mj-lt"/>
              <a:buNone/>
              <a:tabLst>
                <a:tab pos="457200" algn="l"/>
              </a:tabLst>
            </a:pPr>
            <a:endParaRPr lang="en-US" sz="1200" b="0" dirty="0">
              <a:solidFill>
                <a:srgbClr val="0E101A"/>
              </a:solidFill>
              <a:effectLst/>
              <a:latin typeface="+mj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8BB6D4-818E-34C7-EFAF-265C7B7C7B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68A001-691D-41D9-91DC-B9507CB04C7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6680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39E2D-C42D-ECA0-5622-26E073917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990859-9ABC-20AE-7758-80EAD607E7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B388E7-CA79-B16E-21C2-3A5A37FF58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lnSpc>
                <a:spcPct val="107000"/>
              </a:lnSpc>
              <a:spcAft>
                <a:spcPts val="800"/>
              </a:spcAft>
            </a:pPr>
            <a:endParaRPr lang="hu-HU" sz="1200" kern="100" dirty="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23BD2F-7F89-BC1F-3F69-35C947EE44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68A001-691D-41D9-91DC-B9507CB04C7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9285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FB821-7F07-E22F-F853-B7CA080B6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FDFFA9-DA6A-0664-7F4A-21ADF94ACC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71851E-E70E-99F1-E825-C93E7894ED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sz="1200" b="0" dirty="0">
              <a:solidFill>
                <a:srgbClr val="0E101A"/>
              </a:solidFill>
              <a:effectLst/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55556E-83A4-0BD5-310C-F5D2FD891F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68A001-691D-41D9-91DC-B9507CB04C7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7507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87A6AF-9A31-3CBD-E3F9-D6AE5FF57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187DE5-768C-3057-9371-F9BA5EFC7C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EE2978-58ED-2393-EF32-9AE775875D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lnSpc>
                <a:spcPct val="107000"/>
              </a:lnSpc>
              <a:spcAft>
                <a:spcPts val="800"/>
              </a:spcAft>
            </a:pPr>
            <a:endParaRPr lang="hu-HU" sz="1200" kern="100" dirty="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6E705C-9951-3007-2B3B-8AA219EDDD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68A001-691D-41D9-91DC-B9507CB04C7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17187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43FAEA-3A9F-A88E-47D3-440FA66BC4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F389EB-D59E-6ABA-4C8E-43D25F5594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B55EE7-63BD-9091-1A0A-4219079586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>
              <a:solidFill>
                <a:srgbClr val="0E101A"/>
              </a:solidFill>
              <a:effectLst/>
              <a:latin typeface="+mj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A9F1DA-5E8A-8237-64F0-B3D7D19668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68A001-691D-41D9-91DC-B9507CB04C7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79736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69ABF-43A8-5C25-4D63-E74660DA7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288A9A-BC19-04C8-0BAA-7A72DD60DF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A38FB6-EB70-C969-3E08-E3835B72CE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lnSpc>
                <a:spcPct val="107000"/>
              </a:lnSpc>
              <a:spcAft>
                <a:spcPts val="800"/>
              </a:spcAft>
            </a:pPr>
            <a:endParaRPr lang="hu-HU" sz="1200" kern="100" dirty="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D9FD0C-48C3-E2C0-54D1-E33EB05F44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68A001-691D-41D9-91DC-B9507CB04C79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71660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6174D-36AB-4C43-F8C9-B108BEE63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8A9184-0303-14A5-0E63-AA439F6108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D6F48D-F814-233F-3F99-7A63139456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>
              <a:solidFill>
                <a:srgbClr val="0E101A"/>
              </a:solidFill>
              <a:effectLst/>
              <a:latin typeface="+mj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4E66C6-7E20-3BD8-E128-5B84F3FF9B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68A001-691D-41D9-91DC-B9507CB04C79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85740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29490-EB14-EBE7-0531-B5B85CCAC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B2E3B1-75EF-3686-1FA8-494D14D864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C2539A-22DA-4818-06B3-4D99510297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lnSpc>
                <a:spcPct val="107000"/>
              </a:lnSpc>
              <a:spcAft>
                <a:spcPts val="800"/>
              </a:spcAft>
            </a:pPr>
            <a:endParaRPr lang="hu-HU" sz="1200" kern="100" dirty="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DEF0A6-930C-41E3-60CB-12C925591A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68A001-691D-41D9-91DC-B9507CB04C79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43835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FCFEED-3D11-F6A6-ABE1-CF80A38EC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A62ED0-399B-EED9-E58F-8A4573DC28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C02E2D-D54C-8EFD-6677-940EADA7B8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hu-HU" sz="1200" b="0" dirty="0">
              <a:solidFill>
                <a:srgbClr val="0E101A"/>
              </a:solidFill>
              <a:effectLst/>
              <a:latin typeface="+mj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6C6837-4255-23DC-7053-1EADFB55A0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68A001-691D-41D9-91DC-B9507CB04C79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42020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65DECC-4B67-6F46-D7D1-340B9329CD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C5CF2C-5303-8679-2549-1E6742B7FF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1108C6-F9FB-72AD-94D0-979DF5B080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lnSpc>
                <a:spcPct val="107000"/>
              </a:lnSpc>
              <a:spcAft>
                <a:spcPts val="800"/>
              </a:spcAft>
            </a:pPr>
            <a:endParaRPr lang="hu-HU" sz="1200" b="1" kern="100" dirty="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75C4A-F2DB-C2E8-5E1D-B422419DC5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68A001-691D-41D9-91DC-B9507CB04C79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02986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+mj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68A001-691D-41D9-91DC-B9507CB04C79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1004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_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159C2A-0FC8-422F-92E4-B92935AAE5A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5825" y="1655821"/>
            <a:ext cx="8060366" cy="210314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8200"/>
              </a:lnSpc>
              <a:spcBef>
                <a:spcPts val="0"/>
              </a:spcBef>
              <a:defRPr sz="80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Presentation Cover with Longer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B8E369A2-FC86-4140-9080-E549260B918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5825" y="4670399"/>
            <a:ext cx="10515600" cy="45538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50000"/>
              </a:lnSpc>
              <a:spcBef>
                <a:spcPts val="0"/>
              </a:spcBef>
              <a:defRPr sz="22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Sub-description text goes here over one or two lines</a:t>
            </a:r>
            <a:endParaRPr lang="en-US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2F6A18E7-9305-4C6B-A5A3-4962D30A22A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35825" y="5393921"/>
            <a:ext cx="6489700" cy="200055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300" b="1" i="0" spc="400" baseline="0">
                <a:solidFill>
                  <a:srgbClr val="00F6FF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DECEMBER 2022</a:t>
            </a:r>
            <a:endParaRPr lang="en-US"/>
          </a:p>
        </p:txBody>
      </p:sp>
      <p:sp>
        <p:nvSpPr>
          <p:cNvPr id="2" name="Footer Placeholder 5">
            <a:extLst>
              <a:ext uri="{FF2B5EF4-FFF2-40B4-BE49-F238E27FC236}">
                <a16:creationId xmlns:a16="http://schemas.microsoft.com/office/drawing/2014/main" id="{88D4788E-EE52-507E-7D71-0F24A4DBD2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35825" y="6403340"/>
            <a:ext cx="1645920" cy="22606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kumimoji="0" lang="en-US" sz="600" b="0" i="0" u="none" strike="noStrike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EPAM Proprietary &amp; Confidential.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AA3D84A-3A3E-A95D-16B1-DEAB594B0BA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699" y="716555"/>
            <a:ext cx="658001" cy="241912"/>
          </a:xfrm>
          <a:prstGeom prst="rect">
            <a:avLst/>
          </a:prstGeom>
        </p:spPr>
      </p:pic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0374159C-7297-E470-BBCD-D20C41E7AF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21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_Dark">
    <p:bg>
      <p:bgPr>
        <a:solidFill>
          <a:srgbClr val="0606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B8E369A2-FC86-4140-9080-E549260B918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5825" y="4670399"/>
            <a:ext cx="7068944" cy="45538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50000"/>
              </a:lnSpc>
              <a:spcBef>
                <a:spcPts val="0"/>
              </a:spcBef>
              <a:defRPr sz="22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Sub-description text goes here over one or two lines</a:t>
            </a:r>
            <a:endParaRPr lang="en-US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2F6A18E7-9305-4C6B-A5A3-4962D30A22A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35825" y="5393921"/>
            <a:ext cx="6489700" cy="200055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300" b="1" i="0" spc="400" baseline="0">
                <a:solidFill>
                  <a:srgbClr val="00F6FF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DECEMBER 2022</a:t>
            </a:r>
            <a:endParaRPr lang="en-US"/>
          </a:p>
        </p:txBody>
      </p:sp>
      <p:sp>
        <p:nvSpPr>
          <p:cNvPr id="2" name="Footer Placeholder 5">
            <a:extLst>
              <a:ext uri="{FF2B5EF4-FFF2-40B4-BE49-F238E27FC236}">
                <a16:creationId xmlns:a16="http://schemas.microsoft.com/office/drawing/2014/main" id="{88D4788E-EE52-507E-7D71-0F24A4DBD2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35825" y="6403340"/>
            <a:ext cx="1645920" cy="22606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kumimoji="0" lang="en-US" sz="600" b="0" i="0" u="none" strike="noStrike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EPAM Proprietary &amp; Confidential.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F86B7FC-77D7-4734-103B-B7BEE343FE4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5825" y="1653938"/>
            <a:ext cx="8060366" cy="210314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8200"/>
              </a:lnSpc>
              <a:spcBef>
                <a:spcPts val="0"/>
              </a:spcBef>
              <a:defRPr sz="80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Presentation Cover with Longer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525FA4B-8346-1D65-A1A6-BE46B3388E8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699" y="716555"/>
            <a:ext cx="658001" cy="241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88282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Shorter_Title_Half_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040E1BA6-2B94-3FB9-8A61-22A11D25EDE1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123008" y="0"/>
            <a:ext cx="6068992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DF60C00-4DF7-EA8B-64E5-6D8707C3F16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35825" y="4670399"/>
            <a:ext cx="5151216" cy="37253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50000"/>
              </a:lnSpc>
              <a:spcBef>
                <a:spcPts val="0"/>
              </a:spcBef>
              <a:defRPr sz="18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Sub-description text goes here over one or two lines</a:t>
            </a:r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1CED6F17-ABB3-3BF2-0943-BB3D363DB39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35825" y="5393921"/>
            <a:ext cx="5185941" cy="200055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300" b="1" i="0" spc="400" baseline="0">
                <a:solidFill>
                  <a:srgbClr val="00F6FF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DECEMBER 2022</a:t>
            </a:r>
            <a:endParaRPr lang="en-US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03242F72-C056-2877-37FC-0C0E8E2FA1E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5825" y="1653938"/>
            <a:ext cx="5139642" cy="184665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60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Cover with Shorter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22237D0-4B7C-4C74-1B34-6585F8B84CE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699" y="716555"/>
            <a:ext cx="658001" cy="241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840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2CC2842-970F-4D83-A7C9-C111F3E9E8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5825" y="1350512"/>
            <a:ext cx="3594735" cy="92333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6000" b="0" i="0">
                <a:gradFill>
                  <a:gsLst>
                    <a:gs pos="0">
                      <a:srgbClr val="00F6FF"/>
                    </a:gs>
                    <a:gs pos="70000">
                      <a:srgbClr val="00FFF0"/>
                    </a:gs>
                    <a:gs pos="100000">
                      <a:srgbClr val="B896FF"/>
                    </a:gs>
                  </a:gsLst>
                  <a:lin ang="0" scaled="0"/>
                </a:gra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Contents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94A4A7-1D42-43C4-8DAE-D39D6017417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66051" y="1542286"/>
            <a:ext cx="49892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14B7CA8-C6E3-4D9A-BDD1-5A660A9FF44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66051" y="2235353"/>
            <a:ext cx="49892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29CF7C84-314E-4FB2-901C-E4AD0E75935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66051" y="2918259"/>
            <a:ext cx="49892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F4E24727-48EE-48AA-9B6F-F26524FCED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66051" y="3611326"/>
            <a:ext cx="49892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8BC4A81-2FF3-4AC4-8F40-4F95105F594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66051" y="4294232"/>
            <a:ext cx="49892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A53DF3A1-A093-468B-B30D-D2DB4C1595B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66051" y="4977139"/>
            <a:ext cx="49892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06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73338DC0-8609-4542-8807-E7838F7CE5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98342" y="1542286"/>
            <a:ext cx="624595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43948224-37C6-4D02-AFD9-C1D88C1C073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98342" y="2235353"/>
            <a:ext cx="624595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4BDE3CEE-0230-44C2-A389-A8747AA6BB8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98342" y="2918259"/>
            <a:ext cx="624595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76BF9761-22A6-4919-B7B5-2A027DDC6D4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298342" y="3611326"/>
            <a:ext cx="624595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1BA13C9B-9D26-4B3E-8215-17F0475C200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298342" y="4294232"/>
            <a:ext cx="624595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64AC5FFC-6616-4F1B-B644-F0560ADC7ED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298342" y="4977139"/>
            <a:ext cx="624595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8522FB4-D05A-7BBC-4925-8F44384D8BAF}"/>
              </a:ext>
            </a:extLst>
          </p:cNvPr>
          <p:cNvCxnSpPr>
            <a:cxnSpLocks/>
          </p:cNvCxnSpPr>
          <p:nvPr userDrawn="1"/>
        </p:nvCxnSpPr>
        <p:spPr>
          <a:xfrm>
            <a:off x="4828321" y="2043581"/>
            <a:ext cx="6715979" cy="0"/>
          </a:xfrm>
          <a:prstGeom prst="line">
            <a:avLst/>
          </a:prstGeom>
          <a:ln w="6350">
            <a:solidFill>
              <a:schemeClr val="bg1">
                <a:alpha val="6512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43E4466-9172-11FF-B631-0772F610EC0A}"/>
              </a:ext>
            </a:extLst>
          </p:cNvPr>
          <p:cNvCxnSpPr>
            <a:cxnSpLocks/>
          </p:cNvCxnSpPr>
          <p:nvPr userDrawn="1"/>
        </p:nvCxnSpPr>
        <p:spPr>
          <a:xfrm>
            <a:off x="4828321" y="2736156"/>
            <a:ext cx="6715979" cy="0"/>
          </a:xfrm>
          <a:prstGeom prst="line">
            <a:avLst/>
          </a:prstGeom>
          <a:ln w="6350">
            <a:solidFill>
              <a:schemeClr val="bg1">
                <a:alpha val="6512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39B406A-62F3-7DD2-AFDA-098BD84DC9B8}"/>
              </a:ext>
            </a:extLst>
          </p:cNvPr>
          <p:cNvCxnSpPr>
            <a:cxnSpLocks/>
          </p:cNvCxnSpPr>
          <p:nvPr userDrawn="1"/>
        </p:nvCxnSpPr>
        <p:spPr>
          <a:xfrm>
            <a:off x="4828321" y="3428731"/>
            <a:ext cx="6715979" cy="0"/>
          </a:xfrm>
          <a:prstGeom prst="line">
            <a:avLst/>
          </a:prstGeom>
          <a:ln w="6350">
            <a:solidFill>
              <a:schemeClr val="bg1">
                <a:alpha val="6512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9F9CE8E-C61D-47C9-7C92-80C8B9BE9261}"/>
              </a:ext>
            </a:extLst>
          </p:cNvPr>
          <p:cNvCxnSpPr>
            <a:cxnSpLocks/>
          </p:cNvCxnSpPr>
          <p:nvPr userDrawn="1"/>
        </p:nvCxnSpPr>
        <p:spPr>
          <a:xfrm>
            <a:off x="4828321" y="4121306"/>
            <a:ext cx="6715979" cy="0"/>
          </a:xfrm>
          <a:prstGeom prst="line">
            <a:avLst/>
          </a:prstGeom>
          <a:ln w="6350">
            <a:solidFill>
              <a:schemeClr val="bg1">
                <a:alpha val="6512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202BA3F-B120-FB36-1C74-89FF4B905719}"/>
              </a:ext>
            </a:extLst>
          </p:cNvPr>
          <p:cNvCxnSpPr>
            <a:cxnSpLocks/>
          </p:cNvCxnSpPr>
          <p:nvPr userDrawn="1"/>
        </p:nvCxnSpPr>
        <p:spPr>
          <a:xfrm>
            <a:off x="4828321" y="4813881"/>
            <a:ext cx="6715979" cy="0"/>
          </a:xfrm>
          <a:prstGeom prst="line">
            <a:avLst/>
          </a:prstGeom>
          <a:ln w="6350">
            <a:solidFill>
              <a:schemeClr val="bg1">
                <a:alpha val="6512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E237AFC-258A-A0AE-B66B-CB1C869A2032}"/>
              </a:ext>
            </a:extLst>
          </p:cNvPr>
          <p:cNvCxnSpPr>
            <a:cxnSpLocks/>
          </p:cNvCxnSpPr>
          <p:nvPr userDrawn="1"/>
        </p:nvCxnSpPr>
        <p:spPr>
          <a:xfrm>
            <a:off x="4828321" y="5511461"/>
            <a:ext cx="6715979" cy="0"/>
          </a:xfrm>
          <a:prstGeom prst="line">
            <a:avLst/>
          </a:prstGeom>
          <a:ln w="6350">
            <a:solidFill>
              <a:schemeClr val="bg1">
                <a:alpha val="6512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618991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2CC2842-970F-4D83-A7C9-C111F3E9E8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5825" y="1353882"/>
            <a:ext cx="3594735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lang="en-US" sz="6000" b="0" dirty="0">
                <a:gradFill>
                  <a:gsLst>
                    <a:gs pos="0">
                      <a:srgbClr val="00F6FF"/>
                    </a:gs>
                    <a:gs pos="70000">
                      <a:srgbClr val="00FFF0"/>
                    </a:gs>
                    <a:gs pos="100000">
                      <a:srgbClr val="B896FF"/>
                    </a:gs>
                  </a:gsLst>
                  <a:lin ang="0" scaled="0"/>
                </a:gradFill>
              </a:defRPr>
            </a:lvl1pPr>
          </a:lstStyle>
          <a:p>
            <a:pPr lvl="0"/>
            <a:r>
              <a:rPr lang="en-US"/>
              <a:t>Agenda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9F9CE8E-C61D-47C9-7C92-80C8B9BE9261}"/>
              </a:ext>
            </a:extLst>
          </p:cNvPr>
          <p:cNvCxnSpPr>
            <a:cxnSpLocks/>
          </p:cNvCxnSpPr>
          <p:nvPr userDrawn="1"/>
        </p:nvCxnSpPr>
        <p:spPr>
          <a:xfrm>
            <a:off x="4597093" y="4127679"/>
            <a:ext cx="6949440" cy="0"/>
          </a:xfrm>
          <a:prstGeom prst="line">
            <a:avLst/>
          </a:prstGeom>
          <a:ln w="6350">
            <a:solidFill>
              <a:schemeClr val="bg1">
                <a:alpha val="6512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202BA3F-B120-FB36-1C74-89FF4B905719}"/>
              </a:ext>
            </a:extLst>
          </p:cNvPr>
          <p:cNvCxnSpPr>
            <a:cxnSpLocks/>
          </p:cNvCxnSpPr>
          <p:nvPr userDrawn="1"/>
        </p:nvCxnSpPr>
        <p:spPr>
          <a:xfrm>
            <a:off x="4597093" y="4821255"/>
            <a:ext cx="6949440" cy="0"/>
          </a:xfrm>
          <a:prstGeom prst="line">
            <a:avLst/>
          </a:prstGeom>
          <a:ln w="6350">
            <a:solidFill>
              <a:schemeClr val="bg1">
                <a:alpha val="6512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E237AFC-258A-A0AE-B66B-CB1C869A2032}"/>
              </a:ext>
            </a:extLst>
          </p:cNvPr>
          <p:cNvCxnSpPr>
            <a:cxnSpLocks/>
          </p:cNvCxnSpPr>
          <p:nvPr userDrawn="1"/>
        </p:nvCxnSpPr>
        <p:spPr>
          <a:xfrm>
            <a:off x="4597093" y="5514831"/>
            <a:ext cx="6949440" cy="0"/>
          </a:xfrm>
          <a:prstGeom prst="line">
            <a:avLst/>
          </a:prstGeom>
          <a:ln w="6350">
            <a:solidFill>
              <a:schemeClr val="bg1">
                <a:alpha val="6512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F38260B-0DC8-F1D9-0A04-B34FD9548DDE}"/>
              </a:ext>
            </a:extLst>
          </p:cNvPr>
          <p:cNvCxnSpPr>
            <a:cxnSpLocks/>
          </p:cNvCxnSpPr>
          <p:nvPr userDrawn="1"/>
        </p:nvCxnSpPr>
        <p:spPr>
          <a:xfrm>
            <a:off x="4597093" y="3434103"/>
            <a:ext cx="6949440" cy="0"/>
          </a:xfrm>
          <a:prstGeom prst="line">
            <a:avLst/>
          </a:prstGeom>
          <a:ln w="6350">
            <a:solidFill>
              <a:schemeClr val="bg1">
                <a:alpha val="6512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34323139-2B65-F98E-4BA6-26EBD4E0AD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14801" y="1544424"/>
            <a:ext cx="1866900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00:00 – 00:00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4203F9BF-BF5F-6A91-5F78-9E13CFB3468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48400" y="1544424"/>
            <a:ext cx="5295900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Agenda item here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876CC08A-4820-35BC-92E1-8230BD9D360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114801" y="2237970"/>
            <a:ext cx="1866900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00:00 – 00:00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F7291D4C-4D95-8F05-0F5C-BA39164C827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48400" y="2237970"/>
            <a:ext cx="5295900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Agenda item here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B6CEF688-2334-22F4-39C4-5CC9525BC52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114801" y="2931516"/>
            <a:ext cx="1866900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00:00 – 00:00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6C7F5B96-F4B8-B78A-06A1-1387CE2660E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248400" y="2931516"/>
            <a:ext cx="5295900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Agenda item here</a:t>
            </a: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F2D20F35-3DAA-AC00-0D89-CD5517054A4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114801" y="3625062"/>
            <a:ext cx="1866900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00:00 – 00:00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7CEC68D4-F109-8967-2138-7755BCDA7F5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248400" y="3625062"/>
            <a:ext cx="5295900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Agenda item here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9D31E2A1-E7D9-C6E2-1CAD-132E8FC1502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114801" y="4318608"/>
            <a:ext cx="1866900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00:00 – 00:00</a:t>
            </a:r>
          </a:p>
        </p:txBody>
      </p:sp>
      <p:sp>
        <p:nvSpPr>
          <p:cNvPr id="36" name="Text Placeholder 4">
            <a:extLst>
              <a:ext uri="{FF2B5EF4-FFF2-40B4-BE49-F238E27FC236}">
                <a16:creationId xmlns:a16="http://schemas.microsoft.com/office/drawing/2014/main" id="{9FFDA3CA-2B8B-D638-20E4-71AC7A34D73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248400" y="4318608"/>
            <a:ext cx="5295900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Agenda item here</a:t>
            </a: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557F9336-F799-453A-9AE4-57BF009F4E4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114801" y="5012153"/>
            <a:ext cx="1866900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00:00 – 00:00</a:t>
            </a:r>
          </a:p>
        </p:txBody>
      </p:sp>
      <p:sp>
        <p:nvSpPr>
          <p:cNvPr id="38" name="Text Placeholder 4">
            <a:extLst>
              <a:ext uri="{FF2B5EF4-FFF2-40B4-BE49-F238E27FC236}">
                <a16:creationId xmlns:a16="http://schemas.microsoft.com/office/drawing/2014/main" id="{3ACF06D8-4539-871E-68C7-607E7092437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248400" y="5012153"/>
            <a:ext cx="5295900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Agenda item here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040C191-15FC-CC2A-76C6-F51F8764B2F0}"/>
              </a:ext>
            </a:extLst>
          </p:cNvPr>
          <p:cNvCxnSpPr>
            <a:cxnSpLocks/>
          </p:cNvCxnSpPr>
          <p:nvPr userDrawn="1"/>
        </p:nvCxnSpPr>
        <p:spPr>
          <a:xfrm>
            <a:off x="4597093" y="2740527"/>
            <a:ext cx="6949440" cy="0"/>
          </a:xfrm>
          <a:prstGeom prst="line">
            <a:avLst/>
          </a:prstGeom>
          <a:ln w="6350">
            <a:solidFill>
              <a:schemeClr val="bg1">
                <a:alpha val="6512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92D121A1-59B7-61ED-F9B5-D7F3CF3FA035}"/>
              </a:ext>
            </a:extLst>
          </p:cNvPr>
          <p:cNvCxnSpPr>
            <a:cxnSpLocks/>
          </p:cNvCxnSpPr>
          <p:nvPr userDrawn="1"/>
        </p:nvCxnSpPr>
        <p:spPr>
          <a:xfrm>
            <a:off x="4597094" y="2046951"/>
            <a:ext cx="6949440" cy="0"/>
          </a:xfrm>
          <a:prstGeom prst="line">
            <a:avLst/>
          </a:prstGeom>
          <a:ln w="6350">
            <a:solidFill>
              <a:schemeClr val="bg1">
                <a:alpha val="6512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62562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_Header_Half_Page_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0EFDF222-F5FF-C5FC-328A-D041866005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5825" y="1772483"/>
            <a:ext cx="3594735" cy="184665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60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Section Header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041C214B-0929-47F1-0881-0584DE92D4E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5825" y="3939611"/>
            <a:ext cx="4554537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8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Section description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C487BF-0EFB-7D6C-3495-E817AE08A6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0"/>
            <a:ext cx="6096000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BFE2FC0-3FA5-A96D-8741-0967434C45D8}"/>
              </a:ext>
            </a:extLst>
          </p:cNvPr>
          <p:cNvSpPr/>
          <p:nvPr userDrawn="1"/>
        </p:nvSpPr>
        <p:spPr bwMode="auto">
          <a:xfrm>
            <a:off x="7006459" y="0"/>
            <a:ext cx="1507755" cy="1507755"/>
          </a:xfrm>
          <a:prstGeom prst="ellipse">
            <a:avLst/>
          </a:prstGeom>
          <a:solidFill>
            <a:srgbClr val="B896FF"/>
          </a:solidFill>
          <a:ln>
            <a:noFill/>
          </a:ln>
          <a:effectLst>
            <a:softEdge rad="501929"/>
          </a:effectLst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044D886A-7EE9-3D61-5350-BFDC9DEF77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5825" y="1335603"/>
            <a:ext cx="49892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988388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_Header_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0EFDF222-F5FF-C5FC-328A-D041866005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5825" y="1793240"/>
            <a:ext cx="5640805" cy="92333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60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Section Header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00F545EE-05C3-C60B-A33C-54CA3165B80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5825" y="1336040"/>
            <a:ext cx="49892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041C214B-0929-47F1-0881-0584DE92D4E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5825" y="3126991"/>
            <a:ext cx="4554537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8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Section description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C487BF-0EFB-7D6C-3495-E817AE08A6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7202904" y="0"/>
            <a:ext cx="4989095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28417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x_Section_Header_Coo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43CF198-2C15-1B0B-2941-6BA5258C3280}"/>
              </a:ext>
            </a:extLst>
          </p:cNvPr>
          <p:cNvSpPr/>
          <p:nvPr userDrawn="1"/>
        </p:nvSpPr>
        <p:spPr bwMode="auto">
          <a:xfrm>
            <a:off x="620713" y="647700"/>
            <a:ext cx="10969625" cy="5562600"/>
          </a:xfrm>
          <a:prstGeom prst="rect">
            <a:avLst/>
          </a:prstGeom>
          <a:gradFill flip="none" rotWithShape="1">
            <a:gsLst>
              <a:gs pos="0">
                <a:schemeClr val="accent4"/>
              </a:gs>
              <a:gs pos="99000">
                <a:schemeClr val="accent2"/>
              </a:gs>
              <a:gs pos="17000">
                <a:schemeClr val="accent4">
                  <a:alpha val="79000"/>
                </a:schemeClr>
              </a:gs>
              <a:gs pos="37000">
                <a:schemeClr val="accent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F83EE370-5755-0FBB-7D84-A96FB6BC63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95400" y="2977260"/>
            <a:ext cx="8686800" cy="2692020"/>
          </a:xfrm>
          <a:prstGeom prst="rect">
            <a:avLst/>
          </a:prstGeom>
        </p:spPr>
        <p:txBody>
          <a:bodyPr/>
          <a:lstStyle>
            <a:lvl1pPr>
              <a:defRPr sz="1800" b="0" i="0">
                <a:solidFill>
                  <a:srgbClr val="000000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>
                <a:effectLst/>
              </a:rPr>
              <a:t>Section description</a:t>
            </a:r>
            <a:endParaRPr lang="en-US"/>
          </a:p>
        </p:txBody>
      </p:sp>
      <p:sp>
        <p:nvSpPr>
          <p:cNvPr id="4" name="Title 8">
            <a:extLst>
              <a:ext uri="{FF2B5EF4-FFF2-40B4-BE49-F238E27FC236}">
                <a16:creationId xmlns:a16="http://schemas.microsoft.com/office/drawing/2014/main" id="{90735A68-7AD1-6A4F-4FBB-D417739247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5240" y="1723225"/>
            <a:ext cx="9601200" cy="1212018"/>
          </a:xfrm>
          <a:prstGeom prst="rect">
            <a:avLst/>
          </a:prstGeom>
        </p:spPr>
        <p:txBody>
          <a:bodyPr/>
          <a:lstStyle>
            <a:lvl1pPr>
              <a:defRPr sz="6000">
                <a:solidFill>
                  <a:srgbClr val="000000"/>
                </a:solidFill>
              </a:defRPr>
            </a:lvl1pPr>
          </a:lstStyle>
          <a:p>
            <a:r>
              <a:rPr lang="en-US"/>
              <a:t>Section Header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749C80-4012-9B9E-C0D6-07426A51EF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95400" y="1328420"/>
            <a:ext cx="49892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defRPr sz="2000" b="1">
                <a:solidFill>
                  <a:srgbClr val="000000"/>
                </a:solidFill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C04B4EE-632B-DECA-21A7-CE4B30649ED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701" y="6413859"/>
            <a:ext cx="495300" cy="18209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D4AEAE2-ED8B-F9AA-7FD1-83D75695B020}"/>
              </a:ext>
            </a:extLst>
          </p:cNvPr>
          <p:cNvSpPr txBox="1"/>
          <p:nvPr userDrawn="1"/>
        </p:nvSpPr>
        <p:spPr>
          <a:xfrm>
            <a:off x="9526625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58A49E1C-D7C7-5097-0968-F987FEF5622B}"/>
              </a:ext>
            </a:extLst>
          </p:cNvPr>
          <p:cNvSpPr txBox="1">
            <a:spLocks/>
          </p:cNvSpPr>
          <p:nvPr userDrawn="1"/>
        </p:nvSpPr>
        <p:spPr>
          <a:xfrm>
            <a:off x="11352791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chemeClr val="tx1"/>
                </a:solidFill>
              </a:rPr>
              <a:pPr lvl="0"/>
              <a:t>‹#›</a:t>
            </a:fld>
            <a:endParaRPr lang="en-US" sz="1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71473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">
          <p15:clr>
            <a:srgbClr val="FBAE40"/>
          </p15:clr>
        </p15:guide>
        <p15:guide id="2" pos="3840">
          <p15:clr>
            <a:srgbClr val="FBAE40"/>
          </p15:clr>
        </p15:guide>
        <p15:guide id="4" orient="horz" pos="4128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x_Section_Header_Coo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8B8FFF1-7BEF-FB67-FD62-E5D324B98FDF}"/>
              </a:ext>
            </a:extLst>
          </p:cNvPr>
          <p:cNvSpPr/>
          <p:nvPr userDrawn="1"/>
        </p:nvSpPr>
        <p:spPr bwMode="auto">
          <a:xfrm>
            <a:off x="620713" y="647700"/>
            <a:ext cx="10969625" cy="5562600"/>
          </a:xfrm>
          <a:prstGeom prst="rect">
            <a:avLst/>
          </a:prstGeom>
          <a:gradFill flip="none" rotWithShape="1">
            <a:gsLst>
              <a:gs pos="0">
                <a:schemeClr val="accent4"/>
              </a:gs>
              <a:gs pos="99000">
                <a:schemeClr val="accent6"/>
              </a:gs>
              <a:gs pos="17000">
                <a:schemeClr val="accent4">
                  <a:alpha val="79000"/>
                </a:schemeClr>
              </a:gs>
              <a:gs pos="38000">
                <a:schemeClr val="accent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11C718F0-D4A4-9872-BDD6-D7C7A94D7E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95400" y="2977260"/>
            <a:ext cx="8686800" cy="2692020"/>
          </a:xfrm>
          <a:prstGeom prst="rect">
            <a:avLst/>
          </a:prstGeom>
        </p:spPr>
        <p:txBody>
          <a:bodyPr/>
          <a:lstStyle>
            <a:lvl1pPr>
              <a:defRPr sz="1800" b="0" i="0">
                <a:solidFill>
                  <a:srgbClr val="000000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>
                <a:effectLst/>
              </a:rPr>
              <a:t>Section description</a:t>
            </a:r>
            <a:endParaRPr lang="en-US"/>
          </a:p>
        </p:txBody>
      </p:sp>
      <p:sp>
        <p:nvSpPr>
          <p:cNvPr id="5" name="Title 8">
            <a:extLst>
              <a:ext uri="{FF2B5EF4-FFF2-40B4-BE49-F238E27FC236}">
                <a16:creationId xmlns:a16="http://schemas.microsoft.com/office/drawing/2014/main" id="{7C5E3EB5-098F-0D6A-8385-E69FD287B5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5240" y="1723225"/>
            <a:ext cx="9601200" cy="1212018"/>
          </a:xfrm>
          <a:prstGeom prst="rect">
            <a:avLst/>
          </a:prstGeom>
        </p:spPr>
        <p:txBody>
          <a:bodyPr/>
          <a:lstStyle>
            <a:lvl1pPr>
              <a:defRPr sz="6000">
                <a:solidFill>
                  <a:srgbClr val="000000"/>
                </a:solidFill>
              </a:defRPr>
            </a:lvl1pPr>
          </a:lstStyle>
          <a:p>
            <a:r>
              <a:rPr lang="en-US"/>
              <a:t>Section Header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F3FBB37-F96B-0FEB-0FAA-3A60AA02654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95400" y="1328420"/>
            <a:ext cx="49892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defRPr sz="2000" b="1">
                <a:solidFill>
                  <a:srgbClr val="000000"/>
                </a:solidFill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B847CF6-2723-8A78-E571-E5E1D96EE7E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701" y="6413859"/>
            <a:ext cx="495300" cy="18209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4B1EED2-CFE5-9449-1191-B818AA5450B2}"/>
              </a:ext>
            </a:extLst>
          </p:cNvPr>
          <p:cNvSpPr txBox="1"/>
          <p:nvPr userDrawn="1"/>
        </p:nvSpPr>
        <p:spPr>
          <a:xfrm>
            <a:off x="9526625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005ECF6-ECEB-D7EC-6E6C-D560F76EDB1A}"/>
              </a:ext>
            </a:extLst>
          </p:cNvPr>
          <p:cNvSpPr txBox="1">
            <a:spLocks/>
          </p:cNvSpPr>
          <p:nvPr userDrawn="1"/>
        </p:nvSpPr>
        <p:spPr>
          <a:xfrm>
            <a:off x="11352791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chemeClr val="tx1"/>
                </a:solidFill>
              </a:rPr>
              <a:pPr lvl="0"/>
              <a:t>‹#›</a:t>
            </a:fld>
            <a:endParaRPr lang="en-US" sz="1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18094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">
          <p15:clr>
            <a:srgbClr val="FBAE40"/>
          </p15:clr>
        </p15:guide>
        <p15:guide id="2" pos="3840">
          <p15:clr>
            <a:srgbClr val="FBAE40"/>
          </p15:clr>
        </p15:guide>
        <p15:guide id="4" orient="horz" pos="4128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8C30E-9F31-D8F5-1E4D-396AE47857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3"/>
            <a:ext cx="10896600" cy="338554"/>
          </a:xfrm>
          <a:prstGeom prst="rect">
            <a:avLst/>
          </a:prstGeom>
        </p:spPr>
        <p:txBody>
          <a:bodyPr/>
          <a:lstStyle>
            <a:lvl1pPr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38C437B2-D94C-1848-2A24-39D1B91C9CA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100"/>
            <a:ext cx="3611880" cy="225706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1088780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+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C0FA9B4-7015-F669-A684-04DBF3A802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3"/>
            <a:ext cx="10896600" cy="33855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en-US" dirty="0">
                <a:latin typeface="+mj-lt"/>
              </a:defRPr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377A3A7C-9EA1-F184-A7F0-65CDB16D77D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100"/>
            <a:ext cx="3611880" cy="225706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FC5FFC92-2965-BCAA-1CC8-1CF099E8A93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3632" y="1211252"/>
            <a:ext cx="10896600" cy="480060"/>
          </a:xfrm>
          <a:prstGeom prst="rect">
            <a:avLst/>
          </a:prstGeom>
        </p:spPr>
        <p:txBody>
          <a:bodyPr wrap="square" lIns="0" tIns="0" rIns="0" bIns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1400" b="1" i="0" kern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8352404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604705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section_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0EFDF222-F5FF-C5FC-328A-D041866005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300" y="1968918"/>
            <a:ext cx="10869110" cy="2031325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66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Sometimes You Want to Use a </a:t>
            </a:r>
            <a:br>
              <a:rPr lang="en-US"/>
            </a:br>
            <a:r>
              <a:rPr lang="en-US"/>
              <a:t>Subsection Divider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041C214B-0929-47F1-0881-0584DE92D4E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3460" y="4784228"/>
            <a:ext cx="4757677" cy="492443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6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This slide can serve you well. It even has a space for a little something under the title.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00F545EE-05C3-C60B-A33C-54CA3165B80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3460" y="1071880"/>
            <a:ext cx="49892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defRPr sz="2000" b="1">
                <a:gradFill>
                  <a:gsLst>
                    <a:gs pos="0">
                      <a:srgbClr val="00FFF0"/>
                    </a:gs>
                    <a:gs pos="44000">
                      <a:srgbClr val="00F6FF"/>
                    </a:gs>
                    <a:gs pos="75000">
                      <a:srgbClr val="B896FF"/>
                    </a:gs>
                  </a:gsLst>
                  <a:lin ang="1800000" scaled="0"/>
                </a:gradFill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8048DD2-9EC2-D0E6-390B-D6FEF7F7E08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3460" y="1563803"/>
            <a:ext cx="3732914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000" b="0" i="0" spc="3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SECTION TITLE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6A3F60-C785-55F7-FFFA-6777E5B0CF19}"/>
              </a:ext>
            </a:extLst>
          </p:cNvPr>
          <p:cNvSpPr txBox="1"/>
          <p:nvPr userDrawn="1"/>
        </p:nvSpPr>
        <p:spPr>
          <a:xfrm>
            <a:off x="905069" y="6475445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endParaRPr lang="en-US" sz="1200" err="1">
              <a:ea typeface="Human Sans" charset="0"/>
              <a:cs typeface="Human San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257309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_Text_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AB310E8-6618-FE08-E6DC-00BA11F812CC}"/>
              </a:ext>
            </a:extLst>
          </p:cNvPr>
          <p:cNvSpPr/>
          <p:nvPr userDrawn="1"/>
        </p:nvSpPr>
        <p:spPr bwMode="auto">
          <a:xfrm>
            <a:off x="6096000" y="0"/>
            <a:ext cx="6096000" cy="6858000"/>
          </a:xfrm>
          <a:prstGeom prst="rect">
            <a:avLst/>
          </a:prstGeom>
          <a:solidFill>
            <a:srgbClr val="FBFAFA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rgbClr val="FBFAFA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0EFDF222-F5FF-C5FC-328A-D041866005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7540" y="1739153"/>
            <a:ext cx="5333999" cy="276998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60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When You Have a Big Thought That is Paired…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B9BE9A04-ECA1-501C-8903-EB031E3BF54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934201" y="1981200"/>
            <a:ext cx="4610100" cy="243938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lnSpc>
                <a:spcPts val="2400"/>
              </a:lnSpc>
              <a:defRPr sz="1600" b="0" i="0">
                <a:solidFill>
                  <a:srgbClr val="000000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With a lot of supporting details.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diam </a:t>
            </a:r>
            <a:r>
              <a:rPr lang="en-US" err="1"/>
              <a:t>nonummy</a:t>
            </a:r>
            <a:r>
              <a:rPr lang="en-US"/>
              <a:t>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dolore magna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Ut </a:t>
            </a:r>
            <a:r>
              <a:rPr lang="en-US" err="1"/>
              <a:t>wisi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</a:t>
            </a:r>
            <a:r>
              <a:rPr lang="en-US" err="1"/>
              <a:t>exerci</a:t>
            </a:r>
            <a:r>
              <a:rPr lang="en-US"/>
              <a:t> </a:t>
            </a:r>
            <a:r>
              <a:rPr lang="en-US" err="1"/>
              <a:t>tation</a:t>
            </a:r>
            <a:r>
              <a:rPr lang="en-US"/>
              <a:t>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suscipit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nisl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autem vel </a:t>
            </a:r>
            <a:r>
              <a:rPr lang="en-US" err="1"/>
              <a:t>eum</a:t>
            </a:r>
            <a:r>
              <a:rPr lang="en-US"/>
              <a:t> </a:t>
            </a:r>
            <a:r>
              <a:rPr lang="en-US" err="1"/>
              <a:t>iriure</a:t>
            </a:r>
            <a:r>
              <a:rPr lang="en-US"/>
              <a:t> dolor in </a:t>
            </a:r>
            <a:r>
              <a:rPr lang="en-US" err="1"/>
              <a:t>hendrerit</a:t>
            </a:r>
            <a:r>
              <a:rPr lang="en-US"/>
              <a:t> in </a:t>
            </a:r>
            <a:r>
              <a:rPr lang="en-US" err="1"/>
              <a:t>vulputate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6DF0B1-39A8-66D2-5901-784B6426A5BC}"/>
              </a:ext>
            </a:extLst>
          </p:cNvPr>
          <p:cNvSpPr txBox="1"/>
          <p:nvPr userDrawn="1"/>
        </p:nvSpPr>
        <p:spPr>
          <a:xfrm>
            <a:off x="9526625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63F04122-42C2-36BC-47CE-0B679AD5BEF4}"/>
              </a:ext>
            </a:extLst>
          </p:cNvPr>
          <p:cNvSpPr txBox="1">
            <a:spLocks/>
          </p:cNvSpPr>
          <p:nvPr userDrawn="1"/>
        </p:nvSpPr>
        <p:spPr>
          <a:xfrm>
            <a:off x="11352791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chemeClr val="tx1"/>
                </a:solidFill>
              </a:rPr>
              <a:pPr lvl="0"/>
              <a:t>‹#›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8B58A26-A489-E0C7-76A6-353A0E98D08D}"/>
              </a:ext>
            </a:extLst>
          </p:cNvPr>
          <p:cNvSpPr txBox="1">
            <a:spLocks/>
          </p:cNvSpPr>
          <p:nvPr userDrawn="1"/>
        </p:nvSpPr>
        <p:spPr>
          <a:xfrm>
            <a:off x="633632" y="722842"/>
            <a:ext cx="5341718" cy="34395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/>
              <a:t>Title Goes Here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24550C39-4E9B-6498-10DD-2EE07D46927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100"/>
            <a:ext cx="3611880" cy="225706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39533527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_Text_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Background pattern&#10;&#10;Description automatically generated">
            <a:extLst>
              <a:ext uri="{FF2B5EF4-FFF2-40B4-BE49-F238E27FC236}">
                <a16:creationId xmlns:a16="http://schemas.microsoft.com/office/drawing/2014/main" id="{3295A6AC-FD32-C87C-6A0D-33F65D81BFC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sp>
        <p:nvSpPr>
          <p:cNvPr id="8" name="Title 2">
            <a:extLst>
              <a:ext uri="{FF2B5EF4-FFF2-40B4-BE49-F238E27FC236}">
                <a16:creationId xmlns:a16="http://schemas.microsoft.com/office/drawing/2014/main" id="{0EFDF222-F5FF-C5FC-328A-D041866005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0713" y="1739153"/>
            <a:ext cx="5333999" cy="276998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6000" b="0" i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When You Have a Big Thought That is Paired…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B9BE9A04-ECA1-501C-8903-EB031E3BF54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934201" y="1981200"/>
            <a:ext cx="4610100" cy="243938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lnSpc>
                <a:spcPts val="2400"/>
              </a:lnSpc>
              <a:defRPr sz="16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With a lot of supporting details.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diam </a:t>
            </a:r>
            <a:r>
              <a:rPr lang="en-US" err="1"/>
              <a:t>nonummy</a:t>
            </a:r>
            <a:r>
              <a:rPr lang="en-US"/>
              <a:t>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dolore magna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Ut </a:t>
            </a:r>
            <a:r>
              <a:rPr lang="en-US" err="1"/>
              <a:t>wisi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</a:t>
            </a:r>
            <a:r>
              <a:rPr lang="en-US" err="1"/>
              <a:t>exerci</a:t>
            </a:r>
            <a:r>
              <a:rPr lang="en-US"/>
              <a:t> </a:t>
            </a:r>
            <a:r>
              <a:rPr lang="en-US" err="1"/>
              <a:t>tation</a:t>
            </a:r>
            <a:r>
              <a:rPr lang="en-US"/>
              <a:t>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suscipit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nisl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autem vel </a:t>
            </a:r>
            <a:r>
              <a:rPr lang="en-US" err="1"/>
              <a:t>eum</a:t>
            </a:r>
            <a:r>
              <a:rPr lang="en-US"/>
              <a:t> </a:t>
            </a:r>
            <a:r>
              <a:rPr lang="en-US" err="1"/>
              <a:t>iriure</a:t>
            </a:r>
            <a:r>
              <a:rPr lang="en-US"/>
              <a:t> dolor in </a:t>
            </a:r>
            <a:r>
              <a:rPr lang="en-US" err="1"/>
              <a:t>hendrerit</a:t>
            </a:r>
            <a:r>
              <a:rPr lang="en-US"/>
              <a:t> in </a:t>
            </a:r>
            <a:r>
              <a:rPr lang="en-US" err="1"/>
              <a:t>vulputate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B35227-E4B8-E7D7-CFC8-BEC6F4696E8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701" y="6459128"/>
            <a:ext cx="495300" cy="182096"/>
          </a:xfrm>
          <a:prstGeom prst="rect">
            <a:avLst/>
          </a:prstGeom>
        </p:spPr>
      </p:pic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F98434BA-C643-9226-9074-622A044FDF9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0713" y="419100"/>
            <a:ext cx="3732914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000" b="0" i="0" spc="3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SECTION TITLE</a:t>
            </a:r>
            <a:endParaRPr lang="en-US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B89EA330-0A46-587B-303A-AB92923709B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0713" y="722843"/>
            <a:ext cx="3759901" cy="338554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200" b="1" i="0" spc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Title with Big and Little Type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3137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ype+2_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AB310E8-6618-FE08-E6DC-00BA11F812CC}"/>
              </a:ext>
            </a:extLst>
          </p:cNvPr>
          <p:cNvSpPr/>
          <p:nvPr userDrawn="1"/>
        </p:nvSpPr>
        <p:spPr bwMode="auto">
          <a:xfrm>
            <a:off x="4383741" y="0"/>
            <a:ext cx="7808259" cy="6858000"/>
          </a:xfrm>
          <a:prstGeom prst="rect">
            <a:avLst/>
          </a:prstGeom>
          <a:solidFill>
            <a:srgbClr val="FBFAFA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rgbClr val="FBFAFA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B9BE9A04-ECA1-501C-8903-EB031E3BF54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3632" y="1981200"/>
            <a:ext cx="3346076" cy="49622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lnSpc>
                <a:spcPts val="2000"/>
              </a:lnSpc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When you just have a few sentences of type and supporting photos. </a:t>
            </a:r>
          </a:p>
        </p:txBody>
      </p:sp>
      <p:pic>
        <p:nvPicPr>
          <p:cNvPr id="5" name="Picture Placeholder 7">
            <a:extLst>
              <a:ext uri="{FF2B5EF4-FFF2-40B4-BE49-F238E27FC236}">
                <a16:creationId xmlns:a16="http://schemas.microsoft.com/office/drawing/2014/main" id="{47D220DB-753D-9009-E3B2-968BCB1260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848600" y="948209"/>
            <a:ext cx="3695700" cy="4678080"/>
          </a:xfrm>
          <a:prstGeom prst="rect">
            <a:avLst/>
          </a:prstGeom>
        </p:spPr>
      </p:pic>
      <p:pic>
        <p:nvPicPr>
          <p:cNvPr id="6" name="Picture Placeholder 8">
            <a:extLst>
              <a:ext uri="{FF2B5EF4-FFF2-40B4-BE49-F238E27FC236}">
                <a16:creationId xmlns:a16="http://schemas.microsoft.com/office/drawing/2014/main" id="{93BAF3BA-506C-CEDE-31A8-0E2F7E862A0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60594" y="948210"/>
            <a:ext cx="2705674" cy="217516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7A3697B-75D8-F270-FA16-FF1CAED387BA}"/>
              </a:ext>
            </a:extLst>
          </p:cNvPr>
          <p:cNvSpPr txBox="1"/>
          <p:nvPr userDrawn="1"/>
        </p:nvSpPr>
        <p:spPr>
          <a:xfrm>
            <a:off x="9526625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A88C32-A814-A30F-E410-D8FFB09D466B}"/>
              </a:ext>
            </a:extLst>
          </p:cNvPr>
          <p:cNvSpPr txBox="1">
            <a:spLocks/>
          </p:cNvSpPr>
          <p:nvPr userDrawn="1"/>
        </p:nvSpPr>
        <p:spPr>
          <a:xfrm>
            <a:off x="11352791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chemeClr val="tx1"/>
                </a:solidFill>
              </a:rPr>
              <a:pPr lvl="0"/>
              <a:t>‹#›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B55100E-75B5-2C7B-2A86-042FF5C3AF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2"/>
            <a:ext cx="3611880" cy="343957"/>
          </a:xfrm>
          <a:prstGeom prst="rect">
            <a:avLst/>
          </a:prstGeom>
        </p:spPr>
        <p:txBody>
          <a:bodyPr/>
          <a:lstStyle>
            <a:lvl1pPr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1FFDB60C-4B68-3EAD-E6FA-B4039FD58AF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100"/>
            <a:ext cx="3611880" cy="225706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42832991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ype+2_photos_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B9BE9A04-ECA1-501C-8903-EB031E3BF54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3632" y="1981200"/>
            <a:ext cx="3346076" cy="49622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lnSpc>
                <a:spcPts val="2000"/>
              </a:lnSpc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When you just have a few sentences of type and supporting photos. </a:t>
            </a:r>
          </a:p>
        </p:txBody>
      </p:sp>
      <p:pic>
        <p:nvPicPr>
          <p:cNvPr id="5" name="Picture Placeholder 7">
            <a:extLst>
              <a:ext uri="{FF2B5EF4-FFF2-40B4-BE49-F238E27FC236}">
                <a16:creationId xmlns:a16="http://schemas.microsoft.com/office/drawing/2014/main" id="{47D220DB-753D-9009-E3B2-968BCB1260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848600" y="948209"/>
            <a:ext cx="3695700" cy="4678080"/>
          </a:xfrm>
          <a:prstGeom prst="rect">
            <a:avLst/>
          </a:prstGeom>
        </p:spPr>
      </p:pic>
      <p:pic>
        <p:nvPicPr>
          <p:cNvPr id="6" name="Picture Placeholder 8">
            <a:extLst>
              <a:ext uri="{FF2B5EF4-FFF2-40B4-BE49-F238E27FC236}">
                <a16:creationId xmlns:a16="http://schemas.microsoft.com/office/drawing/2014/main" id="{93BAF3BA-506C-CEDE-31A8-0E2F7E862A0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60594" y="948210"/>
            <a:ext cx="2705674" cy="2175164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D627D40C-5450-0B96-10EC-7A6EB80673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2"/>
            <a:ext cx="3611880" cy="343957"/>
          </a:xfrm>
          <a:prstGeom prst="rect">
            <a:avLst/>
          </a:prstGeom>
        </p:spPr>
        <p:txBody>
          <a:bodyPr/>
          <a:lstStyle>
            <a:lvl1pPr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E4D7BC14-B8F4-8C70-3780-52E71B389EE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100"/>
            <a:ext cx="3611880" cy="225706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5529454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ype+1_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953C0E95-F19E-0ED7-FE2B-237DA02AA1B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3632" y="1981200"/>
            <a:ext cx="3346076" cy="49622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lnSpc>
                <a:spcPts val="2000"/>
              </a:lnSpc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When you just have a few sentences of type and supporting photos. </a:t>
            </a:r>
          </a:p>
        </p:txBody>
      </p:sp>
      <p:sp>
        <p:nvSpPr>
          <p:cNvPr id="3" name="Picture Placeholder 8">
            <a:extLst>
              <a:ext uri="{FF2B5EF4-FFF2-40B4-BE49-F238E27FC236}">
                <a16:creationId xmlns:a16="http://schemas.microsoft.com/office/drawing/2014/main" id="{96A70B9E-D366-36CB-4835-845ACD985BF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5067300" y="922229"/>
            <a:ext cx="6477000" cy="471047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DE52C79-B543-C221-B6BE-B72B78C481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2"/>
            <a:ext cx="3611880" cy="343957"/>
          </a:xfrm>
          <a:prstGeom prst="rect">
            <a:avLst/>
          </a:prstGeom>
        </p:spPr>
        <p:txBody>
          <a:bodyPr/>
          <a:lstStyle>
            <a:lvl1pPr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0A19AA13-C08A-D0E6-EC94-5A71061E597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100"/>
            <a:ext cx="3611880" cy="225706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4277947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ype+1_Photo_Bl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953C0E95-F19E-0ED7-FE2B-237DA02AA1B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3632" y="1981200"/>
            <a:ext cx="3346076" cy="49622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lnSpc>
                <a:spcPts val="2000"/>
              </a:lnSpc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When you just have a few sentences of type and supporting photos</a:t>
            </a:r>
          </a:p>
        </p:txBody>
      </p:sp>
      <p:sp>
        <p:nvSpPr>
          <p:cNvPr id="3" name="Picture Placeholder 8">
            <a:extLst>
              <a:ext uri="{FF2B5EF4-FFF2-40B4-BE49-F238E27FC236}">
                <a16:creationId xmlns:a16="http://schemas.microsoft.com/office/drawing/2014/main" id="{96A70B9E-D366-36CB-4835-845ACD985BF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5067300" y="922229"/>
            <a:ext cx="6477000" cy="471047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03930C0-6C91-A5B6-792F-04CF2D36D2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2"/>
            <a:ext cx="3611880" cy="343957"/>
          </a:xfrm>
          <a:prstGeom prst="rect">
            <a:avLst/>
          </a:prstGeom>
        </p:spPr>
        <p:txBody>
          <a:bodyPr/>
          <a:lstStyle>
            <a:lvl1pPr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15DEBE63-B16C-3AD7-6270-ECA63D2CC6D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100"/>
            <a:ext cx="3611880" cy="225706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7355403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_Large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33DDFE8-68E0-F21D-DCE9-D9E38F969DA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197" y="419100"/>
            <a:ext cx="3732914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000" b="0" spc="300">
                <a:solidFill>
                  <a:srgbClr val="000000"/>
                </a:solidFill>
                <a:latin typeface="+mj-lt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SECTION TITLE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40EAEC-268C-5162-974B-8A89C7C0171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701" y="6415709"/>
            <a:ext cx="495300" cy="182096"/>
          </a:xfrm>
          <a:prstGeom prst="rect">
            <a:avLst/>
          </a:prstGeom>
        </p:spPr>
      </p:pic>
      <p:sp>
        <p:nvSpPr>
          <p:cNvPr id="4" name="Title 2">
            <a:extLst>
              <a:ext uri="{FF2B5EF4-FFF2-40B4-BE49-F238E27FC236}">
                <a16:creationId xmlns:a16="http://schemas.microsoft.com/office/drawing/2014/main" id="{A4A0CF84-1941-A496-4DFE-6EDA7D9D76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23950" y="1762728"/>
            <a:ext cx="10248900" cy="184665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60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Sometimes you need to add a meaningful yet concise quote.”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DF2F86F6-216C-D721-7244-AE3BBA0609A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23950" y="4231608"/>
            <a:ext cx="4554537" cy="50783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Title, Company</a:t>
            </a: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636A723C-C15E-DD81-7189-CFA5D70243A9}"/>
              </a:ext>
            </a:extLst>
          </p:cNvPr>
          <p:cNvSpPr txBox="1">
            <a:spLocks/>
          </p:cNvSpPr>
          <p:nvPr userDrawn="1"/>
        </p:nvSpPr>
        <p:spPr>
          <a:xfrm>
            <a:off x="647700" y="1762728"/>
            <a:ext cx="450695" cy="92333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6000" b="1" i="0" kern="1200">
                <a:solidFill>
                  <a:schemeClr val="tx1"/>
                </a:solidFill>
                <a:latin typeface="Calibri" panose="020F0502020204030204" pitchFamily="34" charset="0"/>
                <a:ea typeface="Calibri Light" panose="020F03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4199F3-8BE2-BBEA-427A-5AD0BBF888B3}"/>
              </a:ext>
            </a:extLst>
          </p:cNvPr>
          <p:cNvSpPr txBox="1"/>
          <p:nvPr userDrawn="1"/>
        </p:nvSpPr>
        <p:spPr>
          <a:xfrm>
            <a:off x="9526625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6BDB76AC-B244-C159-B205-D8B830CCA43A}"/>
              </a:ext>
            </a:extLst>
          </p:cNvPr>
          <p:cNvSpPr txBox="1">
            <a:spLocks/>
          </p:cNvSpPr>
          <p:nvPr userDrawn="1"/>
        </p:nvSpPr>
        <p:spPr>
          <a:xfrm>
            <a:off x="11340916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chemeClr val="tx1"/>
                </a:solidFill>
              </a:rPr>
              <a:pPr lvl="0"/>
              <a:t>‹#›</a:t>
            </a:fld>
            <a:endParaRPr lang="en-US" sz="1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0921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ur_People_1_Person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740EAEC-268C-5162-974B-8A89C7C0171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701" y="6415709"/>
            <a:ext cx="495300" cy="182096"/>
          </a:xfrm>
          <a:prstGeom prst="rect">
            <a:avLst/>
          </a:prstGeom>
        </p:spPr>
      </p:pic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BD3CE1C1-8D34-F5FB-A65B-3074985EA7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3632" y="419100"/>
            <a:ext cx="3467100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000" b="0" i="0" spc="3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SECTION TITLE</a:t>
            </a:r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97881F8F-A8EB-2813-47A6-219B2122F63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33632" y="948837"/>
            <a:ext cx="3467100" cy="1181285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4600"/>
              </a:lnSpc>
              <a:spcBef>
                <a:spcPts val="0"/>
              </a:spcBef>
              <a:defRPr sz="4400" b="0" i="0" spc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Name</a:t>
            </a:r>
          </a:p>
          <a:p>
            <a:pPr lvl="0"/>
            <a:r>
              <a:rPr lang="en-US" err="1">
                <a:effectLst/>
              </a:rPr>
              <a:t>Lastname</a:t>
            </a:r>
            <a:endParaRPr lang="en-US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10CE64FB-25EE-A414-B066-FC99784E85D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3632" y="2916936"/>
            <a:ext cx="4648200" cy="2548070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rutrum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,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Risus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donec</a:t>
            </a:r>
            <a:r>
              <a:rPr lang="en-US"/>
              <a:t>. </a:t>
            </a:r>
            <a:r>
              <a:rPr lang="en-US" err="1"/>
              <a:t>Netus</a:t>
            </a:r>
            <a:r>
              <a:rPr lang="en-US"/>
              <a:t> diam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fermentum </a:t>
            </a:r>
            <a:r>
              <a:rPr lang="en-US" err="1"/>
              <a:t>egestas</a:t>
            </a:r>
            <a:r>
              <a:rPr lang="en-US"/>
              <a:t> et </a:t>
            </a:r>
            <a:r>
              <a:rPr lang="en-US" err="1"/>
              <a:t>quis</a:t>
            </a:r>
            <a:r>
              <a:rPr lang="en-US"/>
              <a:t>. 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52343B4A-3451-DAED-5CA3-845DCEF785D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3632" y="2406797"/>
            <a:ext cx="4648200" cy="21544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13F3B94-3699-B384-69C0-18FFCB0A6F02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092952" y="0"/>
            <a:ext cx="6099048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CF093B7-84AC-4D63-2502-6D71BFDF8DB8}"/>
              </a:ext>
            </a:extLst>
          </p:cNvPr>
          <p:cNvSpPr txBox="1"/>
          <p:nvPr userDrawn="1"/>
        </p:nvSpPr>
        <p:spPr>
          <a:xfrm>
            <a:off x="9526625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4F95B6-7091-82B3-BCAB-D9319A03C7CC}"/>
              </a:ext>
            </a:extLst>
          </p:cNvPr>
          <p:cNvSpPr txBox="1">
            <a:spLocks/>
          </p:cNvSpPr>
          <p:nvPr userDrawn="1"/>
        </p:nvSpPr>
        <p:spPr>
          <a:xfrm>
            <a:off x="11340916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chemeClr val="tx1"/>
                </a:solidFill>
              </a:rPr>
              <a:pPr lvl="0"/>
              <a:t>‹#›</a:t>
            </a:fld>
            <a:endParaRPr lang="en-US" sz="1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13967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ur_People_1_Person_Whit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BD3CE1C1-8D34-F5FB-A65B-3074985EA7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3632" y="419100"/>
            <a:ext cx="3467100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000" b="0" i="0" spc="3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SECTION TITLE</a:t>
            </a:r>
            <a:endParaRPr lang="en-US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10CE64FB-25EE-A414-B066-FC99784E85D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3632" y="2916936"/>
            <a:ext cx="4648200" cy="2548070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rutrum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,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Risus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donec</a:t>
            </a:r>
            <a:r>
              <a:rPr lang="en-US"/>
              <a:t>. </a:t>
            </a:r>
            <a:r>
              <a:rPr lang="en-US" err="1"/>
              <a:t>Netus</a:t>
            </a:r>
            <a:r>
              <a:rPr lang="en-US"/>
              <a:t> diam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fermentum </a:t>
            </a:r>
            <a:r>
              <a:rPr lang="en-US" err="1"/>
              <a:t>egestas</a:t>
            </a:r>
            <a:r>
              <a:rPr lang="en-US"/>
              <a:t> et </a:t>
            </a:r>
            <a:r>
              <a:rPr lang="en-US" err="1"/>
              <a:t>quis</a:t>
            </a:r>
            <a:r>
              <a:rPr lang="en-US"/>
              <a:t>. 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13F3B94-3699-B384-69C0-18FFCB0A6F02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092952" y="0"/>
            <a:ext cx="6099048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F33CF80-FFEB-A0A3-96C3-70C36A76E51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33632" y="948837"/>
            <a:ext cx="3467100" cy="1181285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4600"/>
              </a:lnSpc>
              <a:spcBef>
                <a:spcPts val="0"/>
              </a:spcBef>
              <a:defRPr sz="4400" b="0" i="0" spc="0">
                <a:gradFill>
                  <a:gsLst>
                    <a:gs pos="0">
                      <a:srgbClr val="00F6FF"/>
                    </a:gs>
                    <a:gs pos="57000">
                      <a:srgbClr val="00FFF0"/>
                    </a:gs>
                    <a:gs pos="100000">
                      <a:srgbClr val="B896FF"/>
                    </a:gs>
                  </a:gsLst>
                  <a:lin ang="3600000" scaled="0"/>
                </a:gra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Name</a:t>
            </a:r>
          </a:p>
          <a:p>
            <a:pPr lvl="0"/>
            <a:r>
              <a:rPr lang="en-US" err="1">
                <a:effectLst/>
              </a:rPr>
              <a:t>Lastname</a:t>
            </a:r>
            <a:endParaRPr lang="en-US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3A8993B1-0A80-3A00-9ABA-D943C84F948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3632" y="2406797"/>
            <a:ext cx="4648200" cy="21544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EB0807-0658-010A-4800-47A758C6FB1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699" y="6416865"/>
            <a:ext cx="488145" cy="17946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8BD8A55-0F08-8A7E-D808-C2A3A3FF7E91}"/>
              </a:ext>
            </a:extLst>
          </p:cNvPr>
          <p:cNvSpPr txBox="1"/>
          <p:nvPr userDrawn="1"/>
        </p:nvSpPr>
        <p:spPr>
          <a:xfrm>
            <a:off x="9526625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82F63EE3-B677-73F5-4D60-6EEFC0FE2006}"/>
              </a:ext>
            </a:extLst>
          </p:cNvPr>
          <p:cNvSpPr txBox="1">
            <a:spLocks/>
          </p:cNvSpPr>
          <p:nvPr userDrawn="1"/>
        </p:nvSpPr>
        <p:spPr>
          <a:xfrm>
            <a:off x="11340916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985727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ur_People_2_People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740EAEC-268C-5162-974B-8A89C7C0171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701" y="6415709"/>
            <a:ext cx="495300" cy="182096"/>
          </a:xfrm>
          <a:prstGeom prst="rect">
            <a:avLst/>
          </a:prstGeom>
        </p:spPr>
      </p:pic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97881F8F-A8EB-2813-47A6-219B2122F63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7700" y="3881872"/>
            <a:ext cx="3467100" cy="564322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4600"/>
              </a:lnSpc>
              <a:spcBef>
                <a:spcPts val="0"/>
              </a:spcBef>
              <a:defRPr sz="3600" b="0" i="0" spc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Name </a:t>
            </a:r>
            <a:r>
              <a:rPr lang="en-US" err="1">
                <a:effectLst/>
              </a:rPr>
              <a:t>Lastname</a:t>
            </a:r>
            <a:endParaRPr lang="en-US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10CE64FB-25EE-A414-B066-FC99784E85D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7700" y="4890116"/>
            <a:ext cx="4648200" cy="126566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52343B4A-3451-DAED-5CA3-845DCEF785D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7700" y="4533715"/>
            <a:ext cx="4648200" cy="21544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D059CF42-DE64-D215-F33D-AEF5AC07DB76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0" y="0"/>
            <a:ext cx="6099048" cy="3657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0C498510-4A43-03CD-36C1-2A8353B4C50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743700" y="3881872"/>
            <a:ext cx="3467100" cy="564322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4600"/>
              </a:lnSpc>
              <a:spcBef>
                <a:spcPts val="0"/>
              </a:spcBef>
              <a:defRPr sz="3600" b="0" i="0" spc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Name </a:t>
            </a:r>
            <a:r>
              <a:rPr lang="en-US" err="1">
                <a:effectLst/>
              </a:rPr>
              <a:t>Lastname</a:t>
            </a:r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A836C28-DF9E-9EF6-F137-8474B6C0845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743700" y="4890116"/>
            <a:ext cx="4648200" cy="126566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FA7FE39D-9B2F-3A82-4481-DEBB420622E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743700" y="4533715"/>
            <a:ext cx="4648200" cy="21544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11" name="Picture Placeholder 11">
            <a:extLst>
              <a:ext uri="{FF2B5EF4-FFF2-40B4-BE49-F238E27FC236}">
                <a16:creationId xmlns:a16="http://schemas.microsoft.com/office/drawing/2014/main" id="{8A42E0B9-1EB1-1EAF-142C-C1A8686CF7F0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096000" y="0"/>
            <a:ext cx="6099048" cy="3657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99B77B-934C-404B-9904-C2D7E70C8905}"/>
              </a:ext>
            </a:extLst>
          </p:cNvPr>
          <p:cNvSpPr txBox="1"/>
          <p:nvPr userDrawn="1"/>
        </p:nvSpPr>
        <p:spPr>
          <a:xfrm>
            <a:off x="9526625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81BBAC43-9697-89D1-1C2F-02929E0454D3}"/>
              </a:ext>
            </a:extLst>
          </p:cNvPr>
          <p:cNvSpPr txBox="1">
            <a:spLocks/>
          </p:cNvSpPr>
          <p:nvPr userDrawn="1"/>
        </p:nvSpPr>
        <p:spPr>
          <a:xfrm>
            <a:off x="11340916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chemeClr val="tx1"/>
                </a:solidFill>
              </a:rPr>
              <a:pPr lvl="0"/>
              <a:t>‹#›</a:t>
            </a:fld>
            <a:endParaRPr lang="en-US" sz="1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97548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ur_People_2_People_Whit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10CE64FB-25EE-A414-B066-FC99784E85D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7700" y="4890116"/>
            <a:ext cx="4648200" cy="126566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</a:t>
            </a:r>
          </a:p>
        </p:txBody>
      </p:sp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D059CF42-DE64-D215-F33D-AEF5AC07DB76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0" y="0"/>
            <a:ext cx="6099048" cy="3657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A836C28-DF9E-9EF6-F137-8474B6C0845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743700" y="4890116"/>
            <a:ext cx="4648200" cy="126566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</a:t>
            </a:r>
          </a:p>
        </p:txBody>
      </p:sp>
      <p:sp>
        <p:nvSpPr>
          <p:cNvPr id="11" name="Picture Placeholder 11">
            <a:extLst>
              <a:ext uri="{FF2B5EF4-FFF2-40B4-BE49-F238E27FC236}">
                <a16:creationId xmlns:a16="http://schemas.microsoft.com/office/drawing/2014/main" id="{8A42E0B9-1EB1-1EAF-142C-C1A8686CF7F0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096000" y="0"/>
            <a:ext cx="6099048" cy="3657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5AE9A1E-2209-0966-CD00-6DBDADBB195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7700" y="3869172"/>
            <a:ext cx="3467100" cy="564322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4600"/>
              </a:lnSpc>
              <a:spcBef>
                <a:spcPts val="0"/>
              </a:spcBef>
              <a:defRPr sz="3600" b="0" i="0" spc="0">
                <a:gradFill>
                  <a:gsLst>
                    <a:gs pos="0">
                      <a:srgbClr val="00F6FF"/>
                    </a:gs>
                    <a:gs pos="64000">
                      <a:srgbClr val="00FFF0"/>
                    </a:gs>
                    <a:gs pos="98000">
                      <a:srgbClr val="B896FF"/>
                    </a:gs>
                  </a:gsLst>
                  <a:lin ang="0" scaled="0"/>
                </a:gra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Name </a:t>
            </a:r>
            <a:r>
              <a:rPr lang="en-US" err="1">
                <a:effectLst/>
              </a:rPr>
              <a:t>Lastname</a:t>
            </a:r>
            <a:endParaRPr lang="en-US"/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970C6AC1-AA2F-89B9-2D44-315F6032383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7700" y="4521015"/>
            <a:ext cx="4648200" cy="21544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129FB170-8BDC-CF05-AC75-D03AEB22285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743700" y="3869172"/>
            <a:ext cx="3467100" cy="564322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4600"/>
              </a:lnSpc>
              <a:spcBef>
                <a:spcPts val="0"/>
              </a:spcBef>
              <a:defRPr sz="3600" b="0" i="0" spc="0">
                <a:gradFill>
                  <a:gsLst>
                    <a:gs pos="0">
                      <a:srgbClr val="00F6FF"/>
                    </a:gs>
                    <a:gs pos="64000">
                      <a:srgbClr val="00FFF0"/>
                    </a:gs>
                    <a:gs pos="98000">
                      <a:srgbClr val="B896FF"/>
                    </a:gs>
                  </a:gsLst>
                  <a:lin ang="0" scaled="0"/>
                </a:gra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Name </a:t>
            </a:r>
            <a:r>
              <a:rPr lang="en-US" err="1">
                <a:effectLst/>
              </a:rPr>
              <a:t>Lastname</a:t>
            </a:r>
            <a:endParaRPr lang="en-US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BA3F46C9-B563-1ABE-3DDB-DDB91319FFB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743700" y="4521015"/>
            <a:ext cx="4648200" cy="21544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903792-0661-4AB0-55E4-3A640B87EDF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699" y="6416865"/>
            <a:ext cx="488145" cy="17946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F8702D3-DFB2-CABB-A601-21371216F8D5}"/>
              </a:ext>
            </a:extLst>
          </p:cNvPr>
          <p:cNvSpPr txBox="1"/>
          <p:nvPr userDrawn="1"/>
        </p:nvSpPr>
        <p:spPr>
          <a:xfrm>
            <a:off x="9526625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5878B45B-DA79-15A1-EC93-AADC579ADA4C}"/>
              </a:ext>
            </a:extLst>
          </p:cNvPr>
          <p:cNvSpPr txBox="1">
            <a:spLocks/>
          </p:cNvSpPr>
          <p:nvPr userDrawn="1"/>
        </p:nvSpPr>
        <p:spPr>
          <a:xfrm>
            <a:off x="11340916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32773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ur_People_3_People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740EAEC-268C-5162-974B-8A89C7C0171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701" y="6415709"/>
            <a:ext cx="495300" cy="182096"/>
          </a:xfrm>
          <a:prstGeom prst="rect">
            <a:avLst/>
          </a:prstGeom>
        </p:spPr>
      </p:pic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97881F8F-A8EB-2813-47A6-219B2122F63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7700" y="2916672"/>
            <a:ext cx="3467100" cy="53719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4600"/>
              </a:lnSpc>
              <a:spcBef>
                <a:spcPts val="0"/>
              </a:spcBef>
              <a:defRPr sz="2800" b="0" i="0" spc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Name </a:t>
            </a:r>
            <a:r>
              <a:rPr lang="en-US" err="1">
                <a:effectLst/>
              </a:rPr>
              <a:t>Lastname</a:t>
            </a:r>
            <a:endParaRPr lang="en-US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52343B4A-3451-DAED-5CA3-845DCEF785D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7700" y="3568514"/>
            <a:ext cx="3467100" cy="21544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D059CF42-DE64-D215-F33D-AEF5AC07DB76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47700" y="795020"/>
            <a:ext cx="1866900" cy="1981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FC1C1359-8F08-C0F3-2D34-47EA322BD22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7700" y="3972655"/>
            <a:ext cx="2781300" cy="203510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.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0CF16E01-7092-EE1E-8080-DCF72DAA240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394200" y="2916672"/>
            <a:ext cx="3467100" cy="53719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4600"/>
              </a:lnSpc>
              <a:spcBef>
                <a:spcPts val="0"/>
              </a:spcBef>
              <a:defRPr sz="2800" b="0" i="0" spc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Name </a:t>
            </a:r>
            <a:r>
              <a:rPr lang="en-US" err="1">
                <a:effectLst/>
              </a:rPr>
              <a:t>Lastname</a:t>
            </a:r>
            <a:endParaRPr lang="en-US"/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3CA67D79-120D-160C-DD3C-77D27D493F3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394200" y="3568514"/>
            <a:ext cx="3467100" cy="21544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16" name="Picture Placeholder 11">
            <a:extLst>
              <a:ext uri="{FF2B5EF4-FFF2-40B4-BE49-F238E27FC236}">
                <a16:creationId xmlns:a16="http://schemas.microsoft.com/office/drawing/2014/main" id="{8BF8ECD0-B431-B638-27D5-32D70A5C2A1C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4394200" y="795020"/>
            <a:ext cx="1866900" cy="1981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66E89CDA-AA89-1D71-39FA-7994E05AE92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94200" y="3972655"/>
            <a:ext cx="2781300" cy="203510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.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4B3BDFDF-6AC9-EF9C-D008-AB293FA5AAC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128000" y="2916672"/>
            <a:ext cx="3467100" cy="53719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4600"/>
              </a:lnSpc>
              <a:spcBef>
                <a:spcPts val="0"/>
              </a:spcBef>
              <a:defRPr sz="2800" b="0" i="0" spc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Name </a:t>
            </a:r>
            <a:r>
              <a:rPr lang="en-US" err="1">
                <a:effectLst/>
              </a:rPr>
              <a:t>Lastname</a:t>
            </a:r>
            <a:endParaRPr lang="en-US"/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AF6F850E-875C-CE1C-C696-B9119881C14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128000" y="3568514"/>
            <a:ext cx="3467100" cy="21544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20" name="Picture Placeholder 11">
            <a:extLst>
              <a:ext uri="{FF2B5EF4-FFF2-40B4-BE49-F238E27FC236}">
                <a16:creationId xmlns:a16="http://schemas.microsoft.com/office/drawing/2014/main" id="{EE0176D5-725E-3E5F-2AB8-0A9D56960DEE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8128000" y="795020"/>
            <a:ext cx="1866900" cy="1981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6A11A961-3944-A416-6D0E-F19285260E5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128000" y="3972655"/>
            <a:ext cx="2781300" cy="203510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.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31ABE214-CBB4-3A34-095A-0370A5C4AF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7700" y="419100"/>
            <a:ext cx="3467100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000" b="0" i="0" spc="3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SECTION TITLE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FF2075-AD33-0E1E-1658-146B3E4E2FCC}"/>
              </a:ext>
            </a:extLst>
          </p:cNvPr>
          <p:cNvSpPr txBox="1"/>
          <p:nvPr userDrawn="1"/>
        </p:nvSpPr>
        <p:spPr>
          <a:xfrm>
            <a:off x="9526625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B040519E-0144-D61F-8E0C-52A5A9F6F1D7}"/>
              </a:ext>
            </a:extLst>
          </p:cNvPr>
          <p:cNvSpPr txBox="1">
            <a:spLocks/>
          </p:cNvSpPr>
          <p:nvPr userDrawn="1"/>
        </p:nvSpPr>
        <p:spPr>
          <a:xfrm>
            <a:off x="11329041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chemeClr val="tx1"/>
                </a:solidFill>
              </a:rPr>
              <a:pPr lvl="0"/>
              <a:t>‹#›</a:t>
            </a:fld>
            <a:endParaRPr lang="en-US" sz="1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785681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ur_People_3_People_Whit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740EAEC-268C-5162-974B-8A89C7C0171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701" y="6415709"/>
            <a:ext cx="495300" cy="182096"/>
          </a:xfrm>
          <a:prstGeom prst="rect">
            <a:avLst/>
          </a:prstGeom>
        </p:spPr>
      </p:pic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97881F8F-A8EB-2813-47A6-219B2122F63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7700" y="2916672"/>
            <a:ext cx="3467100" cy="53719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4600"/>
              </a:lnSpc>
              <a:spcBef>
                <a:spcPts val="0"/>
              </a:spcBef>
              <a:defRPr sz="2800" b="0" i="0" spc="0">
                <a:gradFill flip="none" rotWithShape="1">
                  <a:gsLst>
                    <a:gs pos="0">
                      <a:srgbClr val="00F6FF"/>
                    </a:gs>
                    <a:gs pos="70000">
                      <a:srgbClr val="00FFF0"/>
                    </a:gs>
                    <a:gs pos="99000">
                      <a:srgbClr val="B896FF"/>
                    </a:gs>
                  </a:gsLst>
                  <a:lin ang="0" scaled="1"/>
                  <a:tileRect/>
                </a:gra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Name </a:t>
            </a:r>
            <a:r>
              <a:rPr lang="en-US" err="1">
                <a:effectLst/>
              </a:rPr>
              <a:t>Lastname</a:t>
            </a:r>
            <a:endParaRPr lang="en-US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52343B4A-3451-DAED-5CA3-845DCEF785D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7700" y="3568514"/>
            <a:ext cx="3467100" cy="21544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D059CF42-DE64-D215-F33D-AEF5AC07DB76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47700" y="795020"/>
            <a:ext cx="1866900" cy="1981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FC1C1359-8F08-C0F3-2D34-47EA322BD22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7700" y="3972655"/>
            <a:ext cx="2781300" cy="203510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.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0CF16E01-7092-EE1E-8080-DCF72DAA240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394200" y="2916672"/>
            <a:ext cx="3467100" cy="53719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4600"/>
              </a:lnSpc>
              <a:spcBef>
                <a:spcPts val="0"/>
              </a:spcBef>
              <a:defRPr sz="2800" b="0" i="0" spc="0">
                <a:gradFill>
                  <a:gsLst>
                    <a:gs pos="0">
                      <a:srgbClr val="00F6FF"/>
                    </a:gs>
                    <a:gs pos="70000">
                      <a:srgbClr val="00FFF0"/>
                    </a:gs>
                    <a:gs pos="99000">
                      <a:srgbClr val="B896FF"/>
                    </a:gs>
                  </a:gsLst>
                  <a:lin ang="0" scaled="0"/>
                </a:gra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Name </a:t>
            </a:r>
            <a:r>
              <a:rPr lang="en-US" err="1">
                <a:effectLst/>
              </a:rPr>
              <a:t>Lastname</a:t>
            </a:r>
            <a:endParaRPr lang="en-US"/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3CA67D79-120D-160C-DD3C-77D27D493F3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394200" y="3568514"/>
            <a:ext cx="3467100" cy="21544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16" name="Picture Placeholder 11">
            <a:extLst>
              <a:ext uri="{FF2B5EF4-FFF2-40B4-BE49-F238E27FC236}">
                <a16:creationId xmlns:a16="http://schemas.microsoft.com/office/drawing/2014/main" id="{8BF8ECD0-B431-B638-27D5-32D70A5C2A1C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4394200" y="795020"/>
            <a:ext cx="1866900" cy="1981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66E89CDA-AA89-1D71-39FA-7994E05AE92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94200" y="3972655"/>
            <a:ext cx="2781300" cy="203510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.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4B3BDFDF-6AC9-EF9C-D008-AB293FA5AAC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128000" y="2916672"/>
            <a:ext cx="3467100" cy="53719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4600"/>
              </a:lnSpc>
              <a:spcBef>
                <a:spcPts val="0"/>
              </a:spcBef>
              <a:defRPr sz="2800" b="0" i="0" spc="0">
                <a:gradFill>
                  <a:gsLst>
                    <a:gs pos="0">
                      <a:srgbClr val="00F6FF"/>
                    </a:gs>
                    <a:gs pos="70000">
                      <a:srgbClr val="00FFF0"/>
                    </a:gs>
                    <a:gs pos="99000">
                      <a:srgbClr val="B896FF"/>
                    </a:gs>
                  </a:gsLst>
                  <a:lin ang="0" scaled="0"/>
                </a:gra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Name </a:t>
            </a:r>
            <a:r>
              <a:rPr lang="en-US" err="1">
                <a:effectLst/>
              </a:rPr>
              <a:t>Lastname</a:t>
            </a:r>
            <a:endParaRPr lang="en-US"/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AF6F850E-875C-CE1C-C696-B9119881C14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128000" y="3568514"/>
            <a:ext cx="3467100" cy="21544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20" name="Picture Placeholder 11">
            <a:extLst>
              <a:ext uri="{FF2B5EF4-FFF2-40B4-BE49-F238E27FC236}">
                <a16:creationId xmlns:a16="http://schemas.microsoft.com/office/drawing/2014/main" id="{EE0176D5-725E-3E5F-2AB8-0A9D56960DEE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8128000" y="795020"/>
            <a:ext cx="1866900" cy="1981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6A11A961-3944-A416-6D0E-F19285260E5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128000" y="3972655"/>
            <a:ext cx="2781300" cy="203510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.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B18FCDA-6157-DD00-EDF9-0F787E8060D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7700" y="419100"/>
            <a:ext cx="3467100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000" b="0" i="0" spc="3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SECTION TITLE</a:t>
            </a:r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8FD6A39-8EF9-9CA0-AA7E-45DB798A90B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699" y="6416865"/>
            <a:ext cx="488145" cy="17946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02309E2-3B1E-50D2-B2BC-867833D702DA}"/>
              </a:ext>
            </a:extLst>
          </p:cNvPr>
          <p:cNvSpPr txBox="1"/>
          <p:nvPr userDrawn="1"/>
        </p:nvSpPr>
        <p:spPr>
          <a:xfrm>
            <a:off x="9526625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F8E22721-BCDB-A1E7-59E5-A4DE62992615}"/>
              </a:ext>
            </a:extLst>
          </p:cNvPr>
          <p:cNvSpPr txBox="1">
            <a:spLocks/>
          </p:cNvSpPr>
          <p:nvPr userDrawn="1"/>
        </p:nvSpPr>
        <p:spPr>
          <a:xfrm>
            <a:off x="11340916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247262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_Large_Blac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33DDFE8-68E0-F21D-DCE9-D9E38F969DA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8333" y="419100"/>
            <a:ext cx="3732914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000" b="0" spc="300">
                <a:solidFill>
                  <a:schemeClr val="bg1"/>
                </a:solidFill>
                <a:latin typeface="+mj-lt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SECTION TITLE</a:t>
            </a:r>
            <a:endParaRPr lang="en-US"/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A4A0CF84-1941-A496-4DFE-6EDA7D9D76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23950" y="1762728"/>
            <a:ext cx="10248900" cy="184665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60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Sometimes you need to add a meaningful yet concise quote.”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DF2F86F6-216C-D721-7244-AE3BBA0609A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23950" y="4231608"/>
            <a:ext cx="4554537" cy="50783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Title, Company</a:t>
            </a: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636A723C-C15E-DD81-7189-CFA5D70243A9}"/>
              </a:ext>
            </a:extLst>
          </p:cNvPr>
          <p:cNvSpPr txBox="1">
            <a:spLocks/>
          </p:cNvSpPr>
          <p:nvPr userDrawn="1"/>
        </p:nvSpPr>
        <p:spPr>
          <a:xfrm>
            <a:off x="647700" y="1762728"/>
            <a:ext cx="450695" cy="92333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6000" b="1" i="0" kern="1200">
                <a:solidFill>
                  <a:schemeClr val="tx1"/>
                </a:solidFill>
                <a:latin typeface="Calibri" panose="020F0502020204030204" pitchFamily="34" charset="0"/>
                <a:ea typeface="Calibri Light" panose="020F03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>
                <a:solidFill>
                  <a:schemeClr val="bg1"/>
                </a:solidFill>
              </a:rPr>
              <a:t>“</a:t>
            </a:r>
          </a:p>
        </p:txBody>
      </p:sp>
    </p:spTree>
    <p:extLst>
      <p:ext uri="{BB962C8B-B14F-4D97-AF65-F5344CB8AC3E}">
        <p14:creationId xmlns:p14="http://schemas.microsoft.com/office/powerpoint/2010/main" val="4690096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_Large_Black_Blu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33DDFE8-68E0-F21D-DCE9-D9E38F969DA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197" y="419100"/>
            <a:ext cx="3732914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000" b="0" spc="300">
                <a:solidFill>
                  <a:schemeClr val="bg1"/>
                </a:solidFill>
                <a:latin typeface="+mj-lt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SECTION TITLE</a:t>
            </a:r>
            <a:endParaRPr lang="en-US"/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A4A0CF84-1941-A496-4DFE-6EDA7D9D76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23950" y="1762728"/>
            <a:ext cx="10248900" cy="184665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60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Sometimes you need to add a meaningful yet concise quote.”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DF2F86F6-216C-D721-7244-AE3BBA0609A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23950" y="4231608"/>
            <a:ext cx="4554537" cy="50783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Title, Company</a:t>
            </a: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636A723C-C15E-DD81-7189-CFA5D70243A9}"/>
              </a:ext>
            </a:extLst>
          </p:cNvPr>
          <p:cNvSpPr txBox="1">
            <a:spLocks/>
          </p:cNvSpPr>
          <p:nvPr userDrawn="1"/>
        </p:nvSpPr>
        <p:spPr>
          <a:xfrm>
            <a:off x="647700" y="1762728"/>
            <a:ext cx="450695" cy="92333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6000" b="1" i="0" kern="1200">
                <a:solidFill>
                  <a:schemeClr val="tx1"/>
                </a:solidFill>
                <a:latin typeface="Calibri" panose="020F0502020204030204" pitchFamily="34" charset="0"/>
                <a:ea typeface="Calibri Light" panose="020F03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>
                <a:solidFill>
                  <a:schemeClr val="accent2"/>
                </a:solidFill>
              </a:rPr>
              <a:t>“</a:t>
            </a:r>
          </a:p>
        </p:txBody>
      </p:sp>
    </p:spTree>
    <p:extLst>
      <p:ext uri="{BB962C8B-B14F-4D97-AF65-F5344CB8AC3E}">
        <p14:creationId xmlns:p14="http://schemas.microsoft.com/office/powerpoint/2010/main" val="330395752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+Image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8DEA029-C2BF-93AE-56B7-39E611F58B8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701" y="6415709"/>
            <a:ext cx="495300" cy="182096"/>
          </a:xfrm>
          <a:prstGeom prst="rect">
            <a:avLst/>
          </a:prstGeom>
        </p:spPr>
      </p:pic>
      <p:sp>
        <p:nvSpPr>
          <p:cNvPr id="11" name="Title 2">
            <a:extLst>
              <a:ext uri="{FF2B5EF4-FFF2-40B4-BE49-F238E27FC236}">
                <a16:creationId xmlns:a16="http://schemas.microsoft.com/office/drawing/2014/main" id="{E4D0B811-ED8A-9D55-BC17-49A3393806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91684" y="1455006"/>
            <a:ext cx="6452616" cy="221599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3600" b="1" i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Sometimes you need to add a slightly longer quote. Sometimes you need to add a slightly longer quote.”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715767D7-CA92-A238-92D2-5F669365D48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91683" y="4434840"/>
            <a:ext cx="4554537" cy="50783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400" b="1" i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Title, Company</a:t>
            </a:r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93D416F1-8A75-DCD6-2A1A-B16BE09ABC02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34347" y="1562100"/>
            <a:ext cx="3726051" cy="41004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Title 2">
            <a:extLst>
              <a:ext uri="{FF2B5EF4-FFF2-40B4-BE49-F238E27FC236}">
                <a16:creationId xmlns:a16="http://schemas.microsoft.com/office/drawing/2014/main" id="{8EB1EBBF-7474-72D1-50C0-54A45DCBFB2E}"/>
              </a:ext>
            </a:extLst>
          </p:cNvPr>
          <p:cNvSpPr txBox="1">
            <a:spLocks/>
          </p:cNvSpPr>
          <p:nvPr userDrawn="1"/>
        </p:nvSpPr>
        <p:spPr>
          <a:xfrm>
            <a:off x="4772719" y="1455006"/>
            <a:ext cx="294582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i="0" kern="1200">
                <a:solidFill>
                  <a:srgbClr val="000000"/>
                </a:solidFill>
                <a:latin typeface="Calibri" panose="020F0502020204030204" pitchFamily="34" charset="0"/>
                <a:ea typeface="Calibri Light" panose="020F03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6F9EF5-29E8-93D3-E218-354474130A6A}"/>
              </a:ext>
            </a:extLst>
          </p:cNvPr>
          <p:cNvSpPr txBox="1"/>
          <p:nvPr userDrawn="1"/>
        </p:nvSpPr>
        <p:spPr>
          <a:xfrm>
            <a:off x="9526625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E1A170-BC35-F789-C222-B52ABECE94F7}"/>
              </a:ext>
            </a:extLst>
          </p:cNvPr>
          <p:cNvSpPr txBox="1">
            <a:spLocks/>
          </p:cNvSpPr>
          <p:nvPr userDrawn="1"/>
        </p:nvSpPr>
        <p:spPr>
          <a:xfrm>
            <a:off x="11340916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chemeClr val="tx1"/>
                </a:solidFill>
              </a:rPr>
              <a:pPr lvl="0"/>
              <a:t>‹#›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FEC108-AFBF-BADD-5D48-8FC6C3718F2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197" y="419100"/>
            <a:ext cx="3732914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000" b="0" spc="300">
                <a:solidFill>
                  <a:schemeClr val="tx1"/>
                </a:solidFill>
                <a:latin typeface="+mj-lt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SECTION TITLE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3276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+Image_Blac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33DDFE8-68E0-F21D-DCE9-D9E38F969DA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8122" y="420624"/>
            <a:ext cx="3732914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000" b="0" spc="300">
                <a:solidFill>
                  <a:schemeClr val="bg1"/>
                </a:solidFill>
                <a:latin typeface="+mj-lt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SECTION TITLE</a:t>
            </a:r>
            <a:endParaRPr lang="en-US"/>
          </a:p>
        </p:txBody>
      </p:sp>
      <p:sp>
        <p:nvSpPr>
          <p:cNvPr id="11" name="Title 2">
            <a:extLst>
              <a:ext uri="{FF2B5EF4-FFF2-40B4-BE49-F238E27FC236}">
                <a16:creationId xmlns:a16="http://schemas.microsoft.com/office/drawing/2014/main" id="{E4D0B811-ED8A-9D55-BC17-49A3393806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91684" y="1455006"/>
            <a:ext cx="6452616" cy="221599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36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Sometimes you need to add a slightly longer quote. Sometimes you need to add a slightly longer quote.”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715767D7-CA92-A238-92D2-5F669365D48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91683" y="4434840"/>
            <a:ext cx="4554537" cy="50783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Title, Company</a:t>
            </a:r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93D416F1-8A75-DCD6-2A1A-B16BE09ABC02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34347" y="1562100"/>
            <a:ext cx="3726051" cy="41004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Title 2">
            <a:extLst>
              <a:ext uri="{FF2B5EF4-FFF2-40B4-BE49-F238E27FC236}">
                <a16:creationId xmlns:a16="http://schemas.microsoft.com/office/drawing/2014/main" id="{8EB1EBBF-7474-72D1-50C0-54A45DCBFB2E}"/>
              </a:ext>
            </a:extLst>
          </p:cNvPr>
          <p:cNvSpPr txBox="1">
            <a:spLocks/>
          </p:cNvSpPr>
          <p:nvPr userDrawn="1"/>
        </p:nvSpPr>
        <p:spPr>
          <a:xfrm>
            <a:off x="4772719" y="1455006"/>
            <a:ext cx="294582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i="0" kern="1200">
                <a:solidFill>
                  <a:srgbClr val="000000"/>
                </a:solidFill>
                <a:latin typeface="Calibri" panose="020F0502020204030204" pitchFamily="34" charset="0"/>
                <a:ea typeface="Calibri Light" panose="020F03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>
                <a:solidFill>
                  <a:schemeClr val="bg1"/>
                </a:solidFill>
              </a:rPr>
              <a:t>“</a:t>
            </a:r>
          </a:p>
        </p:txBody>
      </p:sp>
    </p:spTree>
    <p:extLst>
      <p:ext uri="{BB962C8B-B14F-4D97-AF65-F5344CB8AC3E}">
        <p14:creationId xmlns:p14="http://schemas.microsoft.com/office/powerpoint/2010/main" val="37749700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+Image_Black_Blu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33DDFE8-68E0-F21D-DCE9-D9E38F969DA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8122" y="420624"/>
            <a:ext cx="3732914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000" b="0" spc="300">
                <a:solidFill>
                  <a:schemeClr val="bg1"/>
                </a:solidFill>
                <a:latin typeface="+mj-lt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SECTION TITLE</a:t>
            </a:r>
            <a:endParaRPr lang="en-US"/>
          </a:p>
        </p:txBody>
      </p:sp>
      <p:sp>
        <p:nvSpPr>
          <p:cNvPr id="11" name="Title 2">
            <a:extLst>
              <a:ext uri="{FF2B5EF4-FFF2-40B4-BE49-F238E27FC236}">
                <a16:creationId xmlns:a16="http://schemas.microsoft.com/office/drawing/2014/main" id="{E4D0B811-ED8A-9D55-BC17-49A3393806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91684" y="1455006"/>
            <a:ext cx="6452616" cy="221599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36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Sometimes you need to add a slightly longer quote. Sometimes you need to add a slightly longer quote.”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715767D7-CA92-A238-92D2-5F669365D48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91683" y="4434840"/>
            <a:ext cx="4554537" cy="50783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Title, Company</a:t>
            </a:r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93D416F1-8A75-DCD6-2A1A-B16BE09ABC02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34347" y="1562100"/>
            <a:ext cx="3726051" cy="41004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Title 2">
            <a:extLst>
              <a:ext uri="{FF2B5EF4-FFF2-40B4-BE49-F238E27FC236}">
                <a16:creationId xmlns:a16="http://schemas.microsoft.com/office/drawing/2014/main" id="{8EB1EBBF-7474-72D1-50C0-54A45DCBFB2E}"/>
              </a:ext>
            </a:extLst>
          </p:cNvPr>
          <p:cNvSpPr txBox="1">
            <a:spLocks/>
          </p:cNvSpPr>
          <p:nvPr userDrawn="1"/>
        </p:nvSpPr>
        <p:spPr>
          <a:xfrm>
            <a:off x="4772719" y="1455006"/>
            <a:ext cx="294582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i="0" kern="1200">
                <a:solidFill>
                  <a:srgbClr val="000000"/>
                </a:solidFill>
                <a:latin typeface="Calibri" panose="020F0502020204030204" pitchFamily="34" charset="0"/>
                <a:ea typeface="Calibri Light" panose="020F03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>
                <a:solidFill>
                  <a:schemeClr val="bg1"/>
                </a:solidFill>
              </a:rPr>
              <a:t>“</a:t>
            </a:r>
          </a:p>
        </p:txBody>
      </p:sp>
    </p:spTree>
    <p:extLst>
      <p:ext uri="{BB962C8B-B14F-4D97-AF65-F5344CB8AC3E}">
        <p14:creationId xmlns:p14="http://schemas.microsoft.com/office/powerpoint/2010/main" val="34922010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+Smal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455701-65C9-97B2-64E0-82F53FA3775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3632" y="1714501"/>
            <a:ext cx="10896600" cy="480060"/>
          </a:xfrm>
          <a:prstGeom prst="rect">
            <a:avLst/>
          </a:prstGeom>
        </p:spPr>
        <p:txBody>
          <a:bodyPr/>
          <a:lstStyle>
            <a:lvl1pPr>
              <a:defRPr sz="18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.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7F93B36D-BA2E-1899-D9F4-FEAD1083B61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33632" y="2252472"/>
            <a:ext cx="10896600" cy="1136904"/>
          </a:xfrm>
          <a:prstGeom prst="rect">
            <a:avLst/>
          </a:prstGeom>
        </p:spPr>
        <p:txBody>
          <a:bodyPr/>
          <a:lstStyle>
            <a:lvl1pPr>
              <a:defRPr sz="14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When you just have a bunch of type and don’t want to try too hard. Lorem ipsum diam fames </a:t>
            </a:r>
            <a:r>
              <a:rPr lang="en-US" err="1"/>
              <a:t>augue</a:t>
            </a:r>
            <a:r>
              <a:rPr lang="en-US"/>
              <a:t> in </a:t>
            </a:r>
            <a:r>
              <a:rPr lang="en-US" err="1"/>
              <a:t>habitasse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porta,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libero </a:t>
            </a:r>
            <a:r>
              <a:rPr lang="en-US" err="1"/>
              <a:t>duis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lorem cursus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curae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vestibulum </a:t>
            </a:r>
            <a:r>
              <a:rPr lang="en-US" err="1"/>
              <a:t>eu</a:t>
            </a:r>
            <a:r>
              <a:rPr lang="en-US"/>
              <a:t> ac integer, </a:t>
            </a:r>
            <a:r>
              <a:rPr lang="en-US" err="1"/>
              <a:t>tellus</a:t>
            </a:r>
            <a:r>
              <a:rPr lang="en-US"/>
              <a:t> pharetra </a:t>
            </a:r>
            <a:r>
              <a:rPr lang="en-US" err="1"/>
              <a:t>dictumst</a:t>
            </a:r>
            <a:r>
              <a:rPr lang="en-US"/>
              <a:t> </a:t>
            </a:r>
            <a:r>
              <a:rPr lang="en-US" err="1"/>
              <a:t>fusce</a:t>
            </a:r>
            <a:r>
              <a:rPr lang="en-US"/>
              <a:t> </a:t>
            </a:r>
            <a:r>
              <a:rPr lang="en-US" err="1"/>
              <a:t>condimentum</a:t>
            </a:r>
            <a:r>
              <a:rPr lang="en-US"/>
              <a:t> ad </a:t>
            </a:r>
            <a:r>
              <a:rPr lang="en-US" err="1"/>
              <a:t>facilisis</a:t>
            </a:r>
            <a:r>
              <a:rPr lang="en-US"/>
              <a:t>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7BD50B6-BCAD-6C1D-94E4-391D6EFEDE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2"/>
            <a:ext cx="10956706" cy="343958"/>
          </a:xfrm>
          <a:prstGeom prst="rect">
            <a:avLst/>
          </a:prstGeom>
        </p:spPr>
        <p:txBody>
          <a:bodyPr/>
          <a:lstStyle>
            <a:lvl1pPr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68B922CD-AA98-19C2-F226-24D0CD58A76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099"/>
            <a:ext cx="10956706" cy="225707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5982113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+Subtitle-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A959DAE7-B533-7C26-06A9-299565EE084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33632" y="1448687"/>
            <a:ext cx="10877993" cy="480060"/>
          </a:xfrm>
          <a:prstGeom prst="rect">
            <a:avLst/>
          </a:prstGeom>
        </p:spPr>
        <p:txBody>
          <a:bodyPr/>
          <a:lstStyle>
            <a:lvl1pPr>
              <a:defRPr sz="18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AC9E8CA-88FF-A7D0-4471-3E5178A6D7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2"/>
            <a:ext cx="10956706" cy="343958"/>
          </a:xfrm>
          <a:prstGeom prst="rect">
            <a:avLst/>
          </a:prstGeom>
        </p:spPr>
        <p:txBody>
          <a:bodyPr/>
          <a:lstStyle>
            <a:lvl1pPr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C5A5532C-1A44-601F-63DE-35FE9E5CCF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099"/>
            <a:ext cx="10956706" cy="225707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8367540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F0AAB83-32F0-44B8-4EEF-5A03F77A747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3632" y="2698291"/>
            <a:ext cx="4648200" cy="126566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DBBECED4-4691-EAD7-0FFE-7393254BBDC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3632" y="1752600"/>
            <a:ext cx="4648200" cy="55399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porta.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2D5963C9-D5D1-84E3-AF7B-5BFA6D21DC3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272784" y="2698291"/>
            <a:ext cx="4648200" cy="177862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8205CA7F-D6DB-04A0-EA4C-4787388D358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72784" y="1752600"/>
            <a:ext cx="4648200" cy="55399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porta.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148D1E8-D0B5-5F4B-AE07-155B7CAD85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2"/>
            <a:ext cx="10956706" cy="343958"/>
          </a:xfrm>
          <a:prstGeom prst="rect">
            <a:avLst/>
          </a:prstGeom>
        </p:spPr>
        <p:txBody>
          <a:bodyPr/>
          <a:lstStyle>
            <a:lvl1pPr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3789B724-DDDF-4B41-E38D-8AA4A3E54FE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33632" y="419099"/>
            <a:ext cx="10956706" cy="225707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7364899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ubsection_Divider_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F0AAB83-32F0-44B8-4EEF-5A03F77A747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3632" y="2698291"/>
            <a:ext cx="3346076" cy="203510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libero </a:t>
            </a:r>
            <a:r>
              <a:rPr lang="en-US" err="1"/>
              <a:t>duis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lorem cursus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curae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.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DBBECED4-4691-EAD7-0FFE-7393254BBDC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3632" y="1752600"/>
            <a:ext cx="3346076" cy="55399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magna.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31E7CDA2-C04C-57C2-B779-676BA576EFB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393692" y="2698291"/>
            <a:ext cx="3346076" cy="203510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libero </a:t>
            </a:r>
            <a:r>
              <a:rPr lang="en-US" err="1"/>
              <a:t>duis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lorem cursus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curae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.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51F377A5-B459-0F7C-7F34-FEF9D761520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393692" y="1752600"/>
            <a:ext cx="3346076" cy="55399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magna.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BFE36997-E074-D0DA-66D5-F4724D23BF5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150352" y="2698291"/>
            <a:ext cx="3346076" cy="203510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libero </a:t>
            </a:r>
            <a:r>
              <a:rPr lang="en-US" err="1"/>
              <a:t>duis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lorem cursus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curae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.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163741EA-6845-0A00-EAE0-5F35986A0EC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150352" y="1752600"/>
            <a:ext cx="3346076" cy="55399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9C198DC-372C-F60D-2583-3EEDD5323B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2"/>
            <a:ext cx="10956706" cy="343958"/>
          </a:xfrm>
          <a:prstGeom prst="rect">
            <a:avLst/>
          </a:prstGeom>
        </p:spPr>
        <p:txBody>
          <a:bodyPr/>
          <a:lstStyle>
            <a:lvl1pPr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38380D62-CB6C-B373-E0E2-D002F4BD4CC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33632" y="419099"/>
            <a:ext cx="10956706" cy="225707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32429276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+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F0AAB83-32F0-44B8-4EEF-5A03F77A747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3632" y="4671155"/>
            <a:ext cx="3346076" cy="152214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.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DBBECED4-4691-EAD7-0FFE-7393254BBDC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3632" y="3880520"/>
            <a:ext cx="3346076" cy="55399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magna.</a:t>
            </a:r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A4DF3F84-AB7D-CCBF-CE9C-8622CDB3301D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33632" y="1726692"/>
            <a:ext cx="3361476" cy="191719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A5B9E3B6-606B-4386-3178-88031FBF911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95217" y="4671155"/>
            <a:ext cx="3346076" cy="152214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3A954E-DE2D-00F0-C4ED-0008C326ECA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395217" y="3880520"/>
            <a:ext cx="3346076" cy="55399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magna.</a:t>
            </a:r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197F8596-9B60-0E1E-695B-F159BEA9E3DD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4395216" y="1726692"/>
            <a:ext cx="3361476" cy="191719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9BB6C83D-C556-0782-5061-97C7DD672F2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141209" y="4671155"/>
            <a:ext cx="3346076" cy="152214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.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A4D25C29-AD3E-1278-B083-FCE0D454015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141209" y="3880520"/>
            <a:ext cx="3346076" cy="55399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magna.</a:t>
            </a:r>
          </a:p>
        </p:txBody>
      </p:sp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66AB8C86-9C9A-0BF1-5545-731713F1DF92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8141208" y="1726692"/>
            <a:ext cx="3361476" cy="191719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4A73F49-D1D2-3CD7-931A-C196B52C79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2"/>
            <a:ext cx="10956706" cy="343958"/>
          </a:xfrm>
          <a:prstGeom prst="rect">
            <a:avLst/>
          </a:prstGeom>
        </p:spPr>
        <p:txBody>
          <a:bodyPr/>
          <a:lstStyle>
            <a:lvl1pPr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851B6335-94C2-4FFE-338B-28D29593A57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099"/>
            <a:ext cx="10956706" cy="225707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1185479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ubsection_Divider_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DBBECED4-4691-EAD7-0FFE-7393254BBDC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3632" y="1752600"/>
            <a:ext cx="3346076" cy="55399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magna.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31E7CDA2-C04C-57C2-B779-676BA576EFB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393692" y="2698291"/>
            <a:ext cx="3346076" cy="203510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libero </a:t>
            </a:r>
            <a:r>
              <a:rPr lang="en-US" err="1"/>
              <a:t>duis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lorem cursus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curae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.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51F377A5-B459-0F7C-7F34-FEF9D761520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393692" y="1752600"/>
            <a:ext cx="3346076" cy="55399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magna.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BFE36997-E074-D0DA-66D5-F4724D23BF5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150352" y="2698291"/>
            <a:ext cx="3346076" cy="203510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libero </a:t>
            </a:r>
            <a:r>
              <a:rPr lang="en-US" err="1"/>
              <a:t>duis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lorem cursus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curae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.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163741EA-6845-0A00-EAE0-5F35986A0EC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150352" y="1752600"/>
            <a:ext cx="3346076" cy="55399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magna.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CA9DA82-9FD9-26A5-10CB-6B8054B04BBA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33632" y="2682874"/>
            <a:ext cx="3363468" cy="303517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2B70457-B389-D08A-D7A4-A322C74C9D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2"/>
            <a:ext cx="10956706" cy="343958"/>
          </a:xfrm>
          <a:prstGeom prst="rect">
            <a:avLst/>
          </a:prstGeom>
        </p:spPr>
        <p:txBody>
          <a:bodyPr/>
          <a:lstStyle>
            <a:lvl1pPr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2E35E41E-9E5E-2B45-2AC0-EB66F1702EC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3632" y="419099"/>
            <a:ext cx="10956706" cy="225707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8098762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DBBECED4-4691-EAD7-0FFE-7393254BBDC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3632" y="1726692"/>
            <a:ext cx="2436876" cy="43088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magna.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31E7CDA2-C04C-57C2-B779-676BA576EFB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33632" y="2456891"/>
            <a:ext cx="2400300" cy="229126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libero </a:t>
            </a:r>
            <a:r>
              <a:rPr lang="en-US" err="1"/>
              <a:t>duis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lorem cursus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curae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.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71E07365-191F-2AEF-D8B3-0E6070334B5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453384" y="1726692"/>
            <a:ext cx="2436876" cy="43088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13B958-0014-5BD7-06FC-5AD3F296687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453384" y="2456891"/>
            <a:ext cx="2400300" cy="229126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libero </a:t>
            </a:r>
            <a:r>
              <a:rPr lang="en-US" err="1"/>
              <a:t>duis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lorem cursus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curae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.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F0338E16-D20C-B7FA-8AC3-9C439351E1D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272784" y="1726692"/>
            <a:ext cx="2436876" cy="43088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magna.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E6B141DB-BB5A-9CCF-6E8E-737B235FA2D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272784" y="2456891"/>
            <a:ext cx="2400300" cy="229126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libero </a:t>
            </a:r>
            <a:r>
              <a:rPr lang="en-US" err="1"/>
              <a:t>duis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lorem cursus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curae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.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A66D88E-80F4-1365-4E17-69F78707BE4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055608" y="1726692"/>
            <a:ext cx="2436876" cy="43088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magna.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6DAFD4C9-E6EA-68B1-AE47-8BEF8A00F2D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055608" y="2456891"/>
            <a:ext cx="2400300" cy="229126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libero </a:t>
            </a:r>
            <a:r>
              <a:rPr lang="en-US" err="1"/>
              <a:t>duis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lorem cursus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curae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7CED83E-2EFF-B95A-4339-1971DE1A2C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2"/>
            <a:ext cx="10956706" cy="343958"/>
          </a:xfrm>
          <a:prstGeom prst="rect">
            <a:avLst/>
          </a:prstGeom>
        </p:spPr>
        <p:txBody>
          <a:bodyPr/>
          <a:lstStyle>
            <a:lvl1pPr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4163DC51-3FE7-871F-8D9B-C299CFC5F28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099"/>
            <a:ext cx="10956706" cy="225707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5802149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s with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DBBECED4-4691-EAD7-0FFE-7393254BBDC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1757" y="3162245"/>
            <a:ext cx="2436876" cy="43088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magna.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31E7CDA2-C04C-57C2-B779-676BA576EFB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21757" y="3892444"/>
            <a:ext cx="2400300" cy="229126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libero </a:t>
            </a:r>
            <a:r>
              <a:rPr lang="en-US" err="1"/>
              <a:t>duis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lorem cursus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curae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.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CA9DA82-9FD9-26A5-10CB-6B8054B04BBA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21757" y="1491333"/>
            <a:ext cx="2404872" cy="1371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71E07365-191F-2AEF-D8B3-0E6070334B5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441509" y="3162245"/>
            <a:ext cx="2436876" cy="43088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13B958-0014-5BD7-06FC-5AD3F296687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441509" y="3892444"/>
            <a:ext cx="2400300" cy="229126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libero </a:t>
            </a:r>
            <a:r>
              <a:rPr lang="en-US" err="1"/>
              <a:t>duis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lorem cursus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curae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.</a:t>
            </a:r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5D3BEB48-F134-5C30-6B6D-9CE9C41CC7FD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3441509" y="1491333"/>
            <a:ext cx="2404872" cy="1371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F0338E16-D20C-B7FA-8AC3-9C439351E1D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237159" y="3162245"/>
            <a:ext cx="2436876" cy="43088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magna.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E6B141DB-BB5A-9CCF-6E8E-737B235FA2D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237159" y="3892444"/>
            <a:ext cx="2400300" cy="229126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libero </a:t>
            </a:r>
            <a:r>
              <a:rPr lang="en-US" err="1"/>
              <a:t>duis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lorem cursus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curae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.</a:t>
            </a:r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0BA6217C-C15D-5705-1523-51C7EE9D2745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6237159" y="1491333"/>
            <a:ext cx="2404872" cy="1371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A66D88E-80F4-1365-4E17-69F78707BE4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055608" y="3162245"/>
            <a:ext cx="2436876" cy="43088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magna.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6DAFD4C9-E6EA-68B1-AE47-8BEF8A00F2D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055608" y="3892444"/>
            <a:ext cx="2400300" cy="229126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libero </a:t>
            </a:r>
            <a:r>
              <a:rPr lang="en-US" err="1"/>
              <a:t>duis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lorem cursus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curae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.</a:t>
            </a: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10FD9B17-7D3A-73D7-A51D-A3A5FF8DA3BC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9055608" y="1491333"/>
            <a:ext cx="2404872" cy="1371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F9BFC9F-EE6C-AEB4-97F1-A5CE2C4BA2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2"/>
            <a:ext cx="10956706" cy="343958"/>
          </a:xfrm>
          <a:prstGeom prst="rect">
            <a:avLst/>
          </a:prstGeom>
        </p:spPr>
        <p:txBody>
          <a:bodyPr/>
          <a:lstStyle>
            <a:lvl1pPr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F7669829-F3A9-621E-9905-791E46E27BD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099"/>
            <a:ext cx="10956706" cy="225707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79148032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hotos_varied_bl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Purple Blur&#10;">
            <a:extLst>
              <a:ext uri="{FF2B5EF4-FFF2-40B4-BE49-F238E27FC236}">
                <a16:creationId xmlns:a16="http://schemas.microsoft.com/office/drawing/2014/main" id="{20858E9A-CB5D-190B-E115-D040F11CFF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3560136"/>
            <a:ext cx="1488559" cy="2713074"/>
          </a:xfrm>
          <a:prstGeom prst="rect">
            <a:avLst/>
          </a:prstGeom>
        </p:spPr>
      </p:pic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667FF5A-BD3B-6823-510D-65EA34CAC6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2700596"/>
            <a:ext cx="2616200" cy="260508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4093A2EB-3C19-9E31-FDC7-914877B946F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828666" y="1286134"/>
            <a:ext cx="3923414" cy="437038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AD0AD93E-4D95-4081-4F15-A8D7B51D252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964546" y="2179896"/>
            <a:ext cx="2179638" cy="261461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2F0AF10A-A1DF-4170-D2CD-EFCFAB551DA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356651" y="1775084"/>
            <a:ext cx="2835349" cy="3413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pic>
        <p:nvPicPr>
          <p:cNvPr id="21" name="Picture 20" descr="Purple blur&#10;">
            <a:extLst>
              <a:ext uri="{FF2B5EF4-FFF2-40B4-BE49-F238E27FC236}">
                <a16:creationId xmlns:a16="http://schemas.microsoft.com/office/drawing/2014/main" id="{FC072D8F-9413-C0EE-DD0E-94A9EA142EC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69200" y="0"/>
            <a:ext cx="1260401" cy="1260401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2D6477BC-51B4-390A-0147-95CB7052C8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2"/>
            <a:ext cx="10956706" cy="343958"/>
          </a:xfrm>
          <a:prstGeom prst="rect">
            <a:avLst/>
          </a:prstGeom>
        </p:spPr>
        <p:txBody>
          <a:bodyPr/>
          <a:lstStyle>
            <a:lvl1pPr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615F930C-ED21-E214-FA54-5737DC24138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099"/>
            <a:ext cx="10956706" cy="225707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402611911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hotos_vari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667FF5A-BD3B-6823-510D-65EA34CAC6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2700596"/>
            <a:ext cx="2616200" cy="260508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4093A2EB-3C19-9E31-FDC7-914877B946F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828666" y="1286134"/>
            <a:ext cx="3923414" cy="437038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AD0AD93E-4D95-4081-4F15-A8D7B51D252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964546" y="2179896"/>
            <a:ext cx="2179638" cy="261461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2F0AF10A-A1DF-4170-D2CD-EFCFAB551DA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356651" y="1775084"/>
            <a:ext cx="2835349" cy="3413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75F403F-1791-E454-1EF7-19537E5F09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2"/>
            <a:ext cx="10956706" cy="343958"/>
          </a:xfrm>
          <a:prstGeom prst="rect">
            <a:avLst/>
          </a:prstGeom>
        </p:spPr>
        <p:txBody>
          <a:bodyPr/>
          <a:lstStyle>
            <a:lvl1pPr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7D955803-2C5C-0B5F-11E5-5F0FBB37EAD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099"/>
            <a:ext cx="10956706" cy="225707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34409169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hotos_Case_Study_Intro_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667FF5A-BD3B-6823-510D-65EA34CAC6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" y="1"/>
            <a:ext cx="3044952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Picture Placeholder 12">
            <a:extLst>
              <a:ext uri="{FF2B5EF4-FFF2-40B4-BE49-F238E27FC236}">
                <a16:creationId xmlns:a16="http://schemas.microsoft.com/office/drawing/2014/main" id="{E055866F-C082-4D99-5B4E-3C63986AACF0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049015" y="1"/>
            <a:ext cx="3044952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485DA047-547A-0842-A6E4-A652CD45659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43662" y="5105054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66497A74-C5CD-1385-9639-CA14C03FB10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43662" y="5492353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827EC50B-97F1-95B1-1645-215DA9E1E3B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431287" y="5105054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9DB968DD-CEBD-F381-301F-90981E0D721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431287" y="5492353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C0675C4A-D9A4-1E02-3EA2-91543FBB5E70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6098032" y="1"/>
            <a:ext cx="3044952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6" name="Picture Placeholder 12">
            <a:extLst>
              <a:ext uri="{FF2B5EF4-FFF2-40B4-BE49-F238E27FC236}">
                <a16:creationId xmlns:a16="http://schemas.microsoft.com/office/drawing/2014/main" id="{E55DC887-581D-F1A6-AE8A-07BF09DACBF5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9147048" y="1"/>
            <a:ext cx="3044952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9EB4AE85-0F02-5C55-08C2-B0140E9D257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515863" y="5105054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3CE0690-30B8-D5A7-67CF-262217A974F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515863" y="5492353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098EDDB7-B424-017D-C031-094E73D4E03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603488" y="5105054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3415EB96-602E-D431-3713-AB005A9D7BA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603488" y="5492353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</p:spTree>
    <p:extLst>
      <p:ext uri="{BB962C8B-B14F-4D97-AF65-F5344CB8AC3E}">
        <p14:creationId xmlns:p14="http://schemas.microsoft.com/office/powerpoint/2010/main" val="6656141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hotos_Case_Study_Intro_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2">
            <a:extLst>
              <a:ext uri="{FF2B5EF4-FFF2-40B4-BE49-F238E27FC236}">
                <a16:creationId xmlns:a16="http://schemas.microsoft.com/office/drawing/2014/main" id="{B84B59E6-DB3C-524C-C721-DF0AEF48CED0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8122920" y="1"/>
            <a:ext cx="4069080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C0675C4A-D9A4-1E02-3EA2-91543FBB5E70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0" y="1"/>
            <a:ext cx="4069080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Picture Placeholder 12">
            <a:extLst>
              <a:ext uri="{FF2B5EF4-FFF2-40B4-BE49-F238E27FC236}">
                <a16:creationId xmlns:a16="http://schemas.microsoft.com/office/drawing/2014/main" id="{D40E92CB-4429-D81E-AE0E-74FA641AF1D7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4061460" y="1"/>
            <a:ext cx="4069080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485DA047-547A-0842-A6E4-A652CD45659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43662" y="5105054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66497A74-C5CD-1385-9639-CA14C03FB10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43662" y="5492353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A1F11A-7C19-9AF1-8D46-17DC6138F663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58462" y="5105054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210FF0E1-8D9D-EEE3-60BA-CF73F351DF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58462" y="5492353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1565875D-645C-4E8A-84A9-85DA3A7C6D3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497062" y="5105054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206FED9F-44EA-A943-059C-C15E1B5FC86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497062" y="5492353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</p:spTree>
    <p:extLst>
      <p:ext uri="{BB962C8B-B14F-4D97-AF65-F5344CB8AC3E}">
        <p14:creationId xmlns:p14="http://schemas.microsoft.com/office/powerpoint/2010/main" val="266118261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hotos_Case_Study_Intro_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C0675C4A-D9A4-1E02-3EA2-91543FBB5E70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-1" y="1"/>
            <a:ext cx="6112933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485DA047-547A-0842-A6E4-A652CD45659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47700" y="5105054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66497A74-C5CD-1385-9639-CA14C03FB10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47700" y="5492353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2" name="Picture Placeholder 12">
            <a:extLst>
              <a:ext uri="{FF2B5EF4-FFF2-40B4-BE49-F238E27FC236}">
                <a16:creationId xmlns:a16="http://schemas.microsoft.com/office/drawing/2014/main" id="{C7F119B1-945E-DB84-8CCC-48ECFF66E18A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6079067" y="1"/>
            <a:ext cx="6112933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8D26C75-51C3-5A6C-E9B2-8C5ED2E7DC3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743701" y="5105054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0CE14F46-9EA2-9FF5-00DF-32589A51A58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743701" y="5492353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</p:spTree>
    <p:extLst>
      <p:ext uri="{BB962C8B-B14F-4D97-AF65-F5344CB8AC3E}">
        <p14:creationId xmlns:p14="http://schemas.microsoft.com/office/powerpoint/2010/main" val="276383825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hotos_Case_Study_Intro_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667FF5A-BD3B-6823-510D-65EA34CAC6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" y="1"/>
            <a:ext cx="3044952" cy="472916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Picture Placeholder 12">
            <a:extLst>
              <a:ext uri="{FF2B5EF4-FFF2-40B4-BE49-F238E27FC236}">
                <a16:creationId xmlns:a16="http://schemas.microsoft.com/office/drawing/2014/main" id="{E055866F-C082-4D99-5B4E-3C63986AACF0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049015" y="1"/>
            <a:ext cx="3044952" cy="472916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485DA047-547A-0842-A6E4-A652CD45659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48232" y="5233642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66497A74-C5CD-1385-9639-CA14C03FB10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48232" y="5620941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827EC50B-97F1-95B1-1645-215DA9E1E3B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416300" y="5233642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9DB968DD-CEBD-F381-301F-90981E0D721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416300" y="5620941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C0675C4A-D9A4-1E02-3EA2-91543FBB5E70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6098032" y="1"/>
            <a:ext cx="3044952" cy="472916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6" name="Picture Placeholder 12">
            <a:extLst>
              <a:ext uri="{FF2B5EF4-FFF2-40B4-BE49-F238E27FC236}">
                <a16:creationId xmlns:a16="http://schemas.microsoft.com/office/drawing/2014/main" id="{E55DC887-581D-F1A6-AE8A-07BF09DACBF5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9147048" y="1"/>
            <a:ext cx="3044952" cy="472916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9EB4AE85-0F02-5C55-08C2-B0140E9D257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454013" y="5233642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3CE0690-30B8-D5A7-67CF-262217A974F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454013" y="5620941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098EDDB7-B424-017D-C031-094E73D4E03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455150" y="5233642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3415EB96-602E-D431-3713-AB005A9D7BA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455150" y="5620941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</p:spTree>
    <p:extLst>
      <p:ext uri="{BB962C8B-B14F-4D97-AF65-F5344CB8AC3E}">
        <p14:creationId xmlns:p14="http://schemas.microsoft.com/office/powerpoint/2010/main" val="42550254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hotos_Case_Study_Intro_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icture Placeholder 12">
            <a:extLst>
              <a:ext uri="{FF2B5EF4-FFF2-40B4-BE49-F238E27FC236}">
                <a16:creationId xmlns:a16="http://schemas.microsoft.com/office/drawing/2014/main" id="{8CEB80F1-2238-7003-E60A-777E8870D8CA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8122920" y="1"/>
            <a:ext cx="4069080" cy="472744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6" name="Picture Placeholder 12">
            <a:extLst>
              <a:ext uri="{FF2B5EF4-FFF2-40B4-BE49-F238E27FC236}">
                <a16:creationId xmlns:a16="http://schemas.microsoft.com/office/drawing/2014/main" id="{081F6261-AB67-5FCE-B3A8-35604F14E2A9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0" y="1"/>
            <a:ext cx="4069080" cy="472744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7" name="Picture Placeholder 12">
            <a:extLst>
              <a:ext uri="{FF2B5EF4-FFF2-40B4-BE49-F238E27FC236}">
                <a16:creationId xmlns:a16="http://schemas.microsoft.com/office/drawing/2014/main" id="{B960C74D-5AC8-20B0-B8EC-5A82F42EEBCD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4061460" y="1"/>
            <a:ext cx="4069080" cy="472744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1E694EF9-63E8-2DD1-855D-8226F0B9D7EE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52582" y="5230368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29" name="Text Placeholder 4">
            <a:extLst>
              <a:ext uri="{FF2B5EF4-FFF2-40B4-BE49-F238E27FC236}">
                <a16:creationId xmlns:a16="http://schemas.microsoft.com/office/drawing/2014/main" id="{0AC54D94-5550-35E2-9CBB-6380D1A0559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52582" y="5620940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1174A8AE-15FF-5BDD-7685-4FAF6EF23C53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767382" y="5233641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8D7025AF-5AD5-E053-39A9-A1C9947284B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767382" y="5620940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A5C5A44C-A29D-3C27-3B25-9F14C1ECA7B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05982" y="5233641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1BF15487-07BD-CB9A-E6A8-536C7BB5ED6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805982" y="5620940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</p:spTree>
    <p:extLst>
      <p:ext uri="{BB962C8B-B14F-4D97-AF65-F5344CB8AC3E}">
        <p14:creationId xmlns:p14="http://schemas.microsoft.com/office/powerpoint/2010/main" val="30389377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hotos_Case_Study_Intro_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C0675C4A-D9A4-1E02-3EA2-91543FBB5E70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-2" y="1"/>
            <a:ext cx="6117336" cy="472744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485DA047-547A-0842-A6E4-A652CD45659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47700" y="5223588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66497A74-C5CD-1385-9639-CA14C03FB10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47700" y="5610887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2" name="Picture Placeholder 12">
            <a:extLst>
              <a:ext uri="{FF2B5EF4-FFF2-40B4-BE49-F238E27FC236}">
                <a16:creationId xmlns:a16="http://schemas.microsoft.com/office/drawing/2014/main" id="{C7F119B1-945E-DB84-8CCC-48ECFF66E18A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6079066" y="1"/>
            <a:ext cx="6117336" cy="472744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8D26C75-51C3-5A6C-E9B2-8C5ED2E7DC3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743701" y="5223588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0CE14F46-9EA2-9FF5-00DF-32589A51A58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743701" y="5610887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</p:spTree>
    <p:extLst>
      <p:ext uri="{BB962C8B-B14F-4D97-AF65-F5344CB8AC3E}">
        <p14:creationId xmlns:p14="http://schemas.microsoft.com/office/powerpoint/2010/main" val="288562683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hotos_Case_Study_Intro_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667FF5A-BD3B-6823-510D-65EA34CAC6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" y="1385887"/>
            <a:ext cx="3044952" cy="334327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Picture Placeholder 12">
            <a:extLst>
              <a:ext uri="{FF2B5EF4-FFF2-40B4-BE49-F238E27FC236}">
                <a16:creationId xmlns:a16="http://schemas.microsoft.com/office/drawing/2014/main" id="{E055866F-C082-4D99-5B4E-3C63986AACF0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049015" y="1"/>
            <a:ext cx="3044952" cy="397192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485DA047-547A-0842-A6E4-A652CD45659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45642" y="5233642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66497A74-C5CD-1385-9639-CA14C03FB10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45642" y="5620941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827EC50B-97F1-95B1-1645-215DA9E1E3B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33267" y="5233642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9DB968DD-CEBD-F381-301F-90981E0D721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733267" y="5620941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C0675C4A-D9A4-1E02-3EA2-91543FBB5E70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6098032" y="1000125"/>
            <a:ext cx="3044952" cy="334670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6" name="Picture Placeholder 12">
            <a:extLst>
              <a:ext uri="{FF2B5EF4-FFF2-40B4-BE49-F238E27FC236}">
                <a16:creationId xmlns:a16="http://schemas.microsoft.com/office/drawing/2014/main" id="{E55DC887-581D-F1A6-AE8A-07BF09DACBF5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9147048" y="1"/>
            <a:ext cx="3044952" cy="472916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9EB4AE85-0F02-5C55-08C2-B0140E9D257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817843" y="5233642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3CE0690-30B8-D5A7-67CF-262217A974F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817843" y="5620941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098EDDB7-B424-017D-C031-094E73D4E03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905468" y="5233642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3415EB96-602E-D431-3713-AB005A9D7BA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905468" y="5620941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</p:spTree>
    <p:extLst>
      <p:ext uri="{BB962C8B-B14F-4D97-AF65-F5344CB8AC3E}">
        <p14:creationId xmlns:p14="http://schemas.microsoft.com/office/powerpoint/2010/main" val="337494590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hotos_Case_Study_Intro_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2">
            <a:extLst>
              <a:ext uri="{FF2B5EF4-FFF2-40B4-BE49-F238E27FC236}">
                <a16:creationId xmlns:a16="http://schemas.microsoft.com/office/drawing/2014/main" id="{E055866F-C082-4D99-5B4E-3C63986AACF0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414713" y="1"/>
            <a:ext cx="5372099" cy="397192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485DA047-547A-0842-A6E4-A652CD45659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47700" y="5233642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66497A74-C5CD-1385-9639-CA14C03FB10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47700" y="5620941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C0675C4A-D9A4-1E02-3EA2-91543FBB5E70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8803132" y="1000125"/>
            <a:ext cx="3388868" cy="334670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9EB4AE85-0F02-5C55-08C2-B0140E9D257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762500" y="5233642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3CE0690-30B8-D5A7-67CF-262217A974F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762500" y="5620941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098EDDB7-B424-017D-C031-094E73D4E03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421751" y="5233642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3415EB96-602E-D431-3713-AB005A9D7BA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421751" y="5620941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5" name="Picture Placeholder 12">
            <a:extLst>
              <a:ext uri="{FF2B5EF4-FFF2-40B4-BE49-F238E27FC236}">
                <a16:creationId xmlns:a16="http://schemas.microsoft.com/office/drawing/2014/main" id="{0892A38E-DB30-CF79-A5B5-0EC6FE038BA6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0" y="1000125"/>
            <a:ext cx="3388868" cy="334670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90796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hotos_Case_Study_Intro_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485DA047-547A-0842-A6E4-A652CD45659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47700" y="5233642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66497A74-C5CD-1385-9639-CA14C03FB10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47700" y="5620941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C0675C4A-D9A4-1E02-3EA2-91543FBB5E70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4381500" y="0"/>
            <a:ext cx="7810500" cy="494453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098EDDB7-B424-017D-C031-094E73D4E03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881034" y="5233642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3415EB96-602E-D431-3713-AB005A9D7BA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881034" y="5620941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5" name="Picture Placeholder 12">
            <a:extLst>
              <a:ext uri="{FF2B5EF4-FFF2-40B4-BE49-F238E27FC236}">
                <a16:creationId xmlns:a16="http://schemas.microsoft.com/office/drawing/2014/main" id="{0892A38E-DB30-CF79-A5B5-0EC6FE038BA6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0" y="915459"/>
            <a:ext cx="4381500" cy="334670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93075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hotos_Case_Study_Intro_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667FF5A-BD3B-6823-510D-65EA34CAC6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955255" y="1819274"/>
            <a:ext cx="2616200" cy="260508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4093A2EB-3C19-9E31-FDC7-914877B946F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404812"/>
            <a:ext cx="3779476" cy="421005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AD0AD93E-4D95-4081-4F15-A8D7B51D252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758363" y="1484311"/>
            <a:ext cx="2329046" cy="261461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2F0AF10A-A1DF-4170-D2CD-EFCFAB551DA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747234" y="893762"/>
            <a:ext cx="2835349" cy="372110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9BD9240-DA34-2B4B-C18E-E31B5F3E26A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57999" y="5105054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3FFB4A-48ED-CC59-1A90-5722D0CADC6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57999" y="5492353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A97C5544-D8B2-9AE0-9BC4-AF92DF9C6A0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023233" y="5105054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A4662A9F-9217-54A8-5072-93ABC9E8D41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023233" y="5492353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B8473845-42B3-319E-BAD5-25FF29ECDA2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816979" y="5105054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D087191E-6D99-69DB-18A5-0987DC62F1F8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816979" y="5492353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21B4FCF2-6DDE-B735-E462-BA93B8E84561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753600" y="5105054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9B0E7436-EC01-5BA6-ACB7-295FD0FD554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753600" y="5492353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</p:spTree>
    <p:extLst>
      <p:ext uri="{BB962C8B-B14F-4D97-AF65-F5344CB8AC3E}">
        <p14:creationId xmlns:p14="http://schemas.microsoft.com/office/powerpoint/2010/main" val="251926663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hotos_Case_Study_Intro_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667FF5A-BD3B-6823-510D-65EA34CAC6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614488"/>
            <a:ext cx="3357562" cy="280987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4093A2EB-3C19-9E31-FDC7-914877B946F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571874" y="404812"/>
            <a:ext cx="5100639" cy="421005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2F0AF10A-A1DF-4170-D2CD-EFCFAB551DA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858250" y="893762"/>
            <a:ext cx="3333750" cy="353536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9BD9240-DA34-2B4B-C18E-E31B5F3E26A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57999" y="5105054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3FFB4A-48ED-CC59-1A90-5722D0CADC6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57999" y="5492353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A97C5544-D8B2-9AE0-9BC4-AF92DF9C6A0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086731" y="5105054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A4662A9F-9217-54A8-5072-93ABC9E8D41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086731" y="5492353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21B4FCF2-6DDE-B735-E462-BA93B8E84561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415462" y="5105054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9B0E7436-EC01-5BA6-ACB7-295FD0FD554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415462" y="5492353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</p:spTree>
    <p:extLst>
      <p:ext uri="{BB962C8B-B14F-4D97-AF65-F5344CB8AC3E}">
        <p14:creationId xmlns:p14="http://schemas.microsoft.com/office/powerpoint/2010/main" val="290178386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hotos_Case_Study_Intro_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2">
            <a:extLst>
              <a:ext uri="{FF2B5EF4-FFF2-40B4-BE49-F238E27FC236}">
                <a16:creationId xmlns:a16="http://schemas.microsoft.com/office/drawing/2014/main" id="{7248E6C1-AD8D-259C-5340-56A8EC44534C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4381500" y="419100"/>
            <a:ext cx="7810500" cy="437303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8" name="Picture Placeholder 12">
            <a:extLst>
              <a:ext uri="{FF2B5EF4-FFF2-40B4-BE49-F238E27FC236}">
                <a16:creationId xmlns:a16="http://schemas.microsoft.com/office/drawing/2014/main" id="{9A18AC36-E872-0FBB-CCDF-E7487C47BED8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0" y="915459"/>
            <a:ext cx="4114800" cy="334670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AD4E9A13-72EC-7795-6682-8E9D5F884783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51934" y="5233642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2AE7E2F1-8A7E-2749-7C23-12A180BF0CB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51934" y="5620941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A629CAEA-5BAE-C2BF-C737-48B738207AB3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881034" y="5233642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58F9ED73-42C5-93DF-AE80-AD7C5AF1BD6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881034" y="5620941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</p:spTree>
    <p:extLst>
      <p:ext uri="{BB962C8B-B14F-4D97-AF65-F5344CB8AC3E}">
        <p14:creationId xmlns:p14="http://schemas.microsoft.com/office/powerpoint/2010/main" val="272333160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r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17DFB89-A9BD-47AC-B57A-7869039229B5}"/>
              </a:ext>
            </a:extLst>
          </p:cNvPr>
          <p:cNvSpPr/>
          <p:nvPr userDrawn="1"/>
        </p:nvSpPr>
        <p:spPr bwMode="auto">
          <a:xfrm>
            <a:off x="-34032" y="0"/>
            <a:ext cx="6022081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7" name="Isosceles Triangle 13">
            <a:extLst>
              <a:ext uri="{FF2B5EF4-FFF2-40B4-BE49-F238E27FC236}">
                <a16:creationId xmlns:a16="http://schemas.microsoft.com/office/drawing/2014/main" id="{33DA4BCA-E06D-9C46-8E45-43243DD633D7}"/>
              </a:ext>
            </a:extLst>
          </p:cNvPr>
          <p:cNvSpPr/>
          <p:nvPr userDrawn="1"/>
        </p:nvSpPr>
        <p:spPr>
          <a:xfrm rot="5400000" flipH="1">
            <a:off x="2835445" y="3152602"/>
            <a:ext cx="6858002" cy="552793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4C24334-259C-B34A-CF0B-6328CEB75E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699" y="6416865"/>
            <a:ext cx="488145" cy="17946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34EEC63-D2A6-A479-4356-E9E6BC1909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2"/>
            <a:ext cx="4651156" cy="343958"/>
          </a:xfrm>
          <a:prstGeom prst="rect">
            <a:avLst/>
          </a:prstGeom>
        </p:spPr>
        <p:txBody>
          <a:bodyPr/>
          <a:lstStyle>
            <a:lvl1pPr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8B2245E5-D2EB-1450-FEC1-6BEFE1F76A4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099"/>
            <a:ext cx="4651156" cy="225707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82608204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69D76B9-5EAA-9E63-4059-21E83CD46A10}"/>
              </a:ext>
            </a:extLst>
          </p:cNvPr>
          <p:cNvSpPr/>
          <p:nvPr userDrawn="1"/>
        </p:nvSpPr>
        <p:spPr bwMode="auto">
          <a:xfrm>
            <a:off x="9753600" y="0"/>
            <a:ext cx="243840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2DA15A-8BB1-B824-E7EF-8D9046513FB2}"/>
              </a:ext>
            </a:extLst>
          </p:cNvPr>
          <p:cNvSpPr txBox="1"/>
          <p:nvPr userDrawn="1"/>
        </p:nvSpPr>
        <p:spPr>
          <a:xfrm>
            <a:off x="9517294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9A158B8-5C5D-7C73-B048-F98B170D7851}"/>
              </a:ext>
            </a:extLst>
          </p:cNvPr>
          <p:cNvSpPr txBox="1">
            <a:spLocks/>
          </p:cNvSpPr>
          <p:nvPr userDrawn="1"/>
        </p:nvSpPr>
        <p:spPr>
          <a:xfrm>
            <a:off x="1134186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6773BA-924B-BAC6-7D25-ED7A9338BD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2"/>
            <a:ext cx="8397656" cy="343958"/>
          </a:xfrm>
          <a:prstGeom prst="rect">
            <a:avLst/>
          </a:prstGeom>
        </p:spPr>
        <p:txBody>
          <a:bodyPr/>
          <a:lstStyle>
            <a:lvl1pPr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12B58C1F-15E1-403E-C8DD-FB7FA7791D1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099"/>
            <a:ext cx="8397656" cy="225707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83367182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643804D-BD14-08D3-2752-570DB2A13AC1}"/>
              </a:ext>
            </a:extLst>
          </p:cNvPr>
          <p:cNvSpPr/>
          <p:nvPr userDrawn="1"/>
        </p:nvSpPr>
        <p:spPr bwMode="auto">
          <a:xfrm>
            <a:off x="7848600" y="0"/>
            <a:ext cx="434826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3E35CB-4416-67B4-9A4B-0412315D4979}"/>
              </a:ext>
            </a:extLst>
          </p:cNvPr>
          <p:cNvSpPr txBox="1"/>
          <p:nvPr userDrawn="1"/>
        </p:nvSpPr>
        <p:spPr>
          <a:xfrm>
            <a:off x="9517294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B57818-3DD1-DA7E-0C01-8FA58F5B3AE9}"/>
              </a:ext>
            </a:extLst>
          </p:cNvPr>
          <p:cNvSpPr txBox="1">
            <a:spLocks/>
          </p:cNvSpPr>
          <p:nvPr userDrawn="1"/>
        </p:nvSpPr>
        <p:spPr>
          <a:xfrm>
            <a:off x="1134186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3EB2ABD-8C1A-2F57-ED12-4A5372D242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2"/>
            <a:ext cx="6522818" cy="343958"/>
          </a:xfrm>
          <a:prstGeom prst="rect">
            <a:avLst/>
          </a:prstGeom>
        </p:spPr>
        <p:txBody>
          <a:bodyPr/>
          <a:lstStyle>
            <a:lvl1pPr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2CBC5A8B-D655-9D1E-4EAD-6B7EF3CBD7B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099"/>
            <a:ext cx="6522818" cy="225707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1751340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2_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 flipH="1">
            <a:off x="6095999" y="0"/>
            <a:ext cx="609600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8BAA6E4E-7596-A644-93F2-6ABBAFCD6B7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2021" y="802983"/>
            <a:ext cx="2213811" cy="246221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>
            <a:lvl1pPr>
              <a:defRPr lang="en-US" sz="1600" b="1" cap="none" spc="100" baseline="0" smtClean="0">
                <a:solidFill>
                  <a:schemeClr val="bg1"/>
                </a:solidFill>
                <a:ea typeface="+mj-ea"/>
                <a:cs typeface="+mj-cs"/>
              </a:defRPr>
            </a:lvl1pPr>
            <a:lvl2pPr marL="171450" indent="0">
              <a:buNone/>
              <a:defRPr lang="en-US" sz="1350" smtClean="0"/>
            </a:lvl2pPr>
            <a:lvl3pPr>
              <a:defRPr lang="en-US" sz="1350" smtClean="0"/>
            </a:lvl3pPr>
            <a:lvl4pPr>
              <a:defRPr lang="en-US" sz="1350" smtClean="0"/>
            </a:lvl4pPr>
            <a:lvl5pPr>
              <a:defRPr lang="en-US" sz="1350"/>
            </a:lvl5pPr>
          </a:lstStyle>
          <a:p>
            <a:pPr marL="0" lvl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182FF9AB-2A1C-E54B-B99E-245DE32DDE9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82020" y="3200114"/>
            <a:ext cx="2213811" cy="246221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>
            <a:lvl1pPr>
              <a:defRPr lang="en-US" sz="1600" b="1" cap="none" spc="100" baseline="0" smtClean="0">
                <a:solidFill>
                  <a:schemeClr val="bg1"/>
                </a:solidFill>
                <a:ea typeface="+mj-ea"/>
                <a:cs typeface="+mj-cs"/>
              </a:defRPr>
            </a:lvl1pPr>
            <a:lvl2pPr marL="171450" indent="0">
              <a:buNone/>
              <a:defRPr lang="en-US" sz="1350" smtClean="0"/>
            </a:lvl2pPr>
            <a:lvl3pPr>
              <a:defRPr lang="en-US" sz="1350" smtClean="0"/>
            </a:lvl3pPr>
            <a:lvl4pPr>
              <a:defRPr lang="en-US" sz="1350" smtClean="0"/>
            </a:lvl4pPr>
            <a:lvl5pPr>
              <a:defRPr lang="en-US" sz="1350"/>
            </a:lvl5pPr>
          </a:lstStyle>
          <a:p>
            <a:pPr marL="0" lvl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7D9537-B25D-7D96-9993-3FD73B2FDB2F}"/>
              </a:ext>
            </a:extLst>
          </p:cNvPr>
          <p:cNvSpPr txBox="1"/>
          <p:nvPr userDrawn="1"/>
        </p:nvSpPr>
        <p:spPr>
          <a:xfrm>
            <a:off x="9517294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8C1EAE48-670D-1E75-E1E5-6E8259532FEE}"/>
              </a:ext>
            </a:extLst>
          </p:cNvPr>
          <p:cNvSpPr txBox="1">
            <a:spLocks/>
          </p:cNvSpPr>
          <p:nvPr userDrawn="1"/>
        </p:nvSpPr>
        <p:spPr>
          <a:xfrm>
            <a:off x="1134186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04B8001-80C4-3060-BD6B-437632BF7C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2"/>
            <a:ext cx="4651156" cy="343958"/>
          </a:xfrm>
          <a:prstGeom prst="rect">
            <a:avLst/>
          </a:prstGeom>
        </p:spPr>
        <p:txBody>
          <a:bodyPr/>
          <a:lstStyle>
            <a:lvl1pPr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C73C2D60-2316-60E7-7382-870EBF68A7A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099"/>
            <a:ext cx="4651156" cy="225707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5229952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2-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CF38BD-32C9-894D-AB81-415CC476ECD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0"/>
            <a:ext cx="6095999" cy="6858000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A8AE99-B517-8AEB-D5E4-B09D52CA25AF}"/>
              </a:ext>
            </a:extLst>
          </p:cNvPr>
          <p:cNvSpPr txBox="1"/>
          <p:nvPr userDrawn="1"/>
        </p:nvSpPr>
        <p:spPr>
          <a:xfrm>
            <a:off x="9517294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120F32B-02B9-F0A1-D25E-DE2CDA7F43C0}"/>
              </a:ext>
            </a:extLst>
          </p:cNvPr>
          <p:cNvSpPr txBox="1">
            <a:spLocks/>
          </p:cNvSpPr>
          <p:nvPr userDrawn="1"/>
        </p:nvSpPr>
        <p:spPr>
          <a:xfrm>
            <a:off x="1134186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1749E3-2785-6125-72F4-4CB2CF3888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2"/>
            <a:ext cx="4651156" cy="343958"/>
          </a:xfrm>
          <a:prstGeom prst="rect">
            <a:avLst/>
          </a:prstGeom>
        </p:spPr>
        <p:txBody>
          <a:bodyPr/>
          <a:lstStyle>
            <a:lvl1pPr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F8F30B81-156F-78DF-062D-E4DD7907F0C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099"/>
            <a:ext cx="4651156" cy="225707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954982457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2/3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657C14D-88D4-2E4E-B3D4-C2C8ABFC1A31}"/>
              </a:ext>
            </a:extLst>
          </p:cNvPr>
          <p:cNvSpPr/>
          <p:nvPr userDrawn="1"/>
        </p:nvSpPr>
        <p:spPr bwMode="auto">
          <a:xfrm>
            <a:off x="4381500" y="0"/>
            <a:ext cx="7810499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B0B5FC9B-C94B-DD4C-B568-43367EF1D40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381500" y="0"/>
            <a:ext cx="7810500" cy="6858000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76621A-DBD8-0204-830A-B611F2C50DB3}"/>
              </a:ext>
            </a:extLst>
          </p:cNvPr>
          <p:cNvSpPr txBox="1"/>
          <p:nvPr userDrawn="1"/>
        </p:nvSpPr>
        <p:spPr>
          <a:xfrm>
            <a:off x="9517294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2F4A5E9B-ED60-9026-0304-CC0E0C50B0BB}"/>
              </a:ext>
            </a:extLst>
          </p:cNvPr>
          <p:cNvSpPr txBox="1">
            <a:spLocks/>
          </p:cNvSpPr>
          <p:nvPr userDrawn="1"/>
        </p:nvSpPr>
        <p:spPr>
          <a:xfrm>
            <a:off x="1134186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A259D8-8F7C-0047-F26B-69BFCE9B0D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2"/>
            <a:ext cx="3477993" cy="343958"/>
          </a:xfrm>
          <a:prstGeom prst="rect">
            <a:avLst/>
          </a:prstGeom>
        </p:spPr>
        <p:txBody>
          <a:bodyPr/>
          <a:lstStyle>
            <a:lvl1pPr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8524263F-D90D-573F-672D-5622B33EAD0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099"/>
            <a:ext cx="3477993" cy="225707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63660407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_Mock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552DE14-65C1-7956-7013-27CD9E260F56}"/>
              </a:ext>
            </a:extLst>
          </p:cNvPr>
          <p:cNvSpPr/>
          <p:nvPr userDrawn="1"/>
        </p:nvSpPr>
        <p:spPr bwMode="auto">
          <a:xfrm>
            <a:off x="0" y="0"/>
            <a:ext cx="243840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79C365B7-BDA2-A1BA-99C3-FAE4F63E617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65652" y="2286000"/>
            <a:ext cx="4784852" cy="3657600"/>
          </a:xfrm>
          <a:prstGeom prst="rect">
            <a:avLst/>
          </a:prstGeom>
        </p:spPr>
        <p:txBody>
          <a:bodyPr/>
          <a:lstStyle>
            <a:lvl1pPr>
              <a:lnSpc>
                <a:spcPts val="2000"/>
              </a:lnSpc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09CE349-346A-D8D6-57AD-5723D88B673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8851" y="6416865"/>
            <a:ext cx="488145" cy="179465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39E35029-5964-C030-FE93-F157EF1D672E}"/>
              </a:ext>
            </a:extLst>
          </p:cNvPr>
          <p:cNvSpPr txBox="1">
            <a:spLocks/>
          </p:cNvSpPr>
          <p:nvPr userDrawn="1"/>
        </p:nvSpPr>
        <p:spPr>
          <a:xfrm>
            <a:off x="4365652" y="1688770"/>
            <a:ext cx="3474720" cy="33855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2200" b="1" i="0" spc="0" dirty="0">
                <a:gradFill>
                  <a:gsLst>
                    <a:gs pos="0">
                      <a:schemeClr val="accent3"/>
                    </a:gs>
                    <a:gs pos="45000">
                      <a:schemeClr val="accent3"/>
                    </a:gs>
                    <a:gs pos="100000">
                      <a:schemeClr val="accent4"/>
                    </a:gs>
                  </a:gsLst>
                  <a:lin ang="1200000" scaled="0"/>
                </a:gra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>
                <a:solidFill>
                  <a:schemeClr val="bg1"/>
                </a:solidFill>
              </a:rPr>
              <a:t>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3060570055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r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17DFB89-A9BD-47AC-B57A-7869039229B5}"/>
              </a:ext>
            </a:extLst>
          </p:cNvPr>
          <p:cNvSpPr/>
          <p:nvPr userDrawn="1"/>
        </p:nvSpPr>
        <p:spPr bwMode="auto">
          <a:xfrm>
            <a:off x="0" y="0"/>
            <a:ext cx="342900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CE8FAB7B-4710-4747-B680-F6B4F0097B2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429000" y="0"/>
            <a:ext cx="8763000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CC0D0B5-8985-C0CF-E031-72C099F136E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700" y="6416865"/>
            <a:ext cx="488145" cy="179465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A44169FF-3519-85C9-0F2D-26C1E7EAB3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3"/>
            <a:ext cx="2618014" cy="33855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en-US" dirty="0">
                <a:solidFill>
                  <a:schemeClr val="bg1"/>
                </a:solidFill>
                <a:latin typeface="+mj-lt"/>
              </a:defRPr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5E92AB95-E16F-C12B-B3CB-DCDED8BB72C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100"/>
            <a:ext cx="2618014" cy="225706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44311105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2/3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>
            <a:off x="0" y="0"/>
            <a:ext cx="4354513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D0723C-92A3-529E-5B7C-80EDBC26225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700" y="6416865"/>
            <a:ext cx="488145" cy="179465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D80312C7-4EE9-90CF-47E1-087BF0744B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3"/>
            <a:ext cx="3474720" cy="33855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en-US" dirty="0">
                <a:solidFill>
                  <a:schemeClr val="bg1"/>
                </a:solidFill>
                <a:latin typeface="+mj-lt"/>
              </a:defRPr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1B4920DC-0C83-DBD1-A7BA-450D741C9E1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100"/>
            <a:ext cx="3474720" cy="225706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7094071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_Mockup_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CA393A3-BED5-A4B8-2CC9-68028E8F7DD4}"/>
              </a:ext>
            </a:extLst>
          </p:cNvPr>
          <p:cNvSpPr/>
          <p:nvPr userDrawn="1"/>
        </p:nvSpPr>
        <p:spPr bwMode="auto">
          <a:xfrm>
            <a:off x="0" y="0"/>
            <a:ext cx="715645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B52ADC-08BB-44B3-7F3D-505CD63B753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699" y="6416865"/>
            <a:ext cx="488145" cy="179465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F73605A9-1E62-45FD-73A7-1EA66A44C7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3"/>
            <a:ext cx="3474720" cy="33855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en-US" dirty="0">
                <a:solidFill>
                  <a:schemeClr val="bg1"/>
                </a:solidFill>
                <a:latin typeface="+mj-lt"/>
              </a:defRPr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E0308101-6824-4317-B732-39B094E4FA5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100"/>
            <a:ext cx="3474720" cy="225706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088859668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FD4578C-8BBA-DD7F-1D7F-67C3334C400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336422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9474537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50158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1487059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blipFill dpi="0" rotWithShape="1">
          <a:blip r:embed="rId2"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9778361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_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32B93596-9EFA-D1CF-1891-B79E8C13429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08594" y="1585875"/>
            <a:ext cx="3827462" cy="257250"/>
          </a:xfrm>
          <a:prstGeom prst="rect">
            <a:avLst/>
          </a:prstGeom>
        </p:spPr>
        <p:txBody>
          <a:bodyPr/>
          <a:lstStyle>
            <a:lvl1pPr>
              <a:defRPr sz="1600"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For more information, contact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6FDC7A20-9DDC-243D-12E0-D419647A673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08594" y="2359058"/>
            <a:ext cx="3827462" cy="289438"/>
          </a:xfrm>
          <a:prstGeom prst="rect">
            <a:avLst/>
          </a:prstGeom>
        </p:spPr>
        <p:txBody>
          <a:bodyPr/>
          <a:lstStyle>
            <a:lvl1pPr>
              <a:defRPr sz="18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Name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F0BB83A-8F61-9449-F88A-D14428FB92F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08594" y="2744373"/>
            <a:ext cx="3827462" cy="225126"/>
          </a:xfrm>
          <a:prstGeom prst="rect">
            <a:avLst/>
          </a:prstGeom>
        </p:spPr>
        <p:txBody>
          <a:bodyPr/>
          <a:lstStyle>
            <a:lvl1pPr>
              <a:defRPr sz="1400" b="0" i="0">
                <a:solidFill>
                  <a:schemeClr val="accent2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Position title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928CEB9B-E281-2F84-4094-6D6C75AE16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008594" y="3273458"/>
            <a:ext cx="3827462" cy="225126"/>
          </a:xfrm>
          <a:prstGeom prst="rect">
            <a:avLst/>
          </a:prstGeom>
        </p:spPr>
        <p:txBody>
          <a:bodyPr/>
          <a:lstStyle>
            <a:lvl1pPr>
              <a:defRPr sz="14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Insert email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4B5D4FBD-9119-A47E-823E-8468ED6CF45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08594" y="3560388"/>
            <a:ext cx="3827462" cy="225126"/>
          </a:xfrm>
          <a:prstGeom prst="rect">
            <a:avLst/>
          </a:prstGeom>
        </p:spPr>
        <p:txBody>
          <a:bodyPr/>
          <a:lstStyle>
            <a:lvl1pPr>
              <a:defRPr sz="14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+1 000 000 000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C67B81F6-EE7E-69A9-E411-F7C52303401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008594" y="4117149"/>
            <a:ext cx="3827462" cy="1173078"/>
          </a:xfrm>
          <a:prstGeom prst="rect">
            <a:avLst/>
          </a:prstGeom>
        </p:spPr>
        <p:txBody>
          <a:bodyPr/>
          <a:lstStyle>
            <a:lvl1pPr>
              <a:defRPr sz="14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Address Line 1</a:t>
            </a:r>
          </a:p>
          <a:p>
            <a:r>
              <a:rPr lang="en-US"/>
              <a:t>Address Line 2</a:t>
            </a:r>
          </a:p>
          <a:p>
            <a:r>
              <a:rPr lang="en-US"/>
              <a:t>Zip Code</a:t>
            </a:r>
          </a:p>
          <a:p>
            <a:r>
              <a:rPr lang="en-US"/>
              <a:t>Country</a:t>
            </a:r>
          </a:p>
        </p:txBody>
      </p:sp>
      <p:sp>
        <p:nvSpPr>
          <p:cNvPr id="12" name="Title 2">
            <a:extLst>
              <a:ext uri="{FF2B5EF4-FFF2-40B4-BE49-F238E27FC236}">
                <a16:creationId xmlns:a16="http://schemas.microsoft.com/office/drawing/2014/main" id="{7D40B0A2-8366-4164-6D42-A15D2F6F57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7700" y="1353882"/>
            <a:ext cx="4220135" cy="1107996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7200" b="0" i="0">
                <a:gradFill>
                  <a:gsLst>
                    <a:gs pos="0">
                      <a:srgbClr val="00F6FF"/>
                    </a:gs>
                    <a:gs pos="56000">
                      <a:srgbClr val="00FFF0"/>
                    </a:gs>
                    <a:gs pos="100000">
                      <a:srgbClr val="B896FF"/>
                    </a:gs>
                  </a:gsLst>
                  <a:lin ang="0" scaled="0"/>
                </a:gra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Thank you!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2A2464A-FAB8-9787-5897-30B871357252}"/>
              </a:ext>
            </a:extLst>
          </p:cNvPr>
          <p:cNvCxnSpPr>
            <a:cxnSpLocks/>
          </p:cNvCxnSpPr>
          <p:nvPr userDrawn="1"/>
        </p:nvCxnSpPr>
        <p:spPr>
          <a:xfrm>
            <a:off x="6008594" y="1981200"/>
            <a:ext cx="6248400" cy="0"/>
          </a:xfrm>
          <a:prstGeom prst="line">
            <a:avLst/>
          </a:prstGeom>
          <a:ln w="6350">
            <a:solidFill>
              <a:schemeClr val="bg1">
                <a:alpha val="6512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7544254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_you_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C487BF-0EFB-7D6C-3495-E817AE08A6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0"/>
            <a:ext cx="6096000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C4526B2C-80FA-F150-338B-DB03C50733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7700" y="1035424"/>
            <a:ext cx="4648200" cy="11079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lang="en-US" sz="7200" b="0">
                <a:gradFill>
                  <a:gsLst>
                    <a:gs pos="0">
                      <a:srgbClr val="00F6FF"/>
                    </a:gs>
                    <a:gs pos="56000">
                      <a:srgbClr val="00FFF0"/>
                    </a:gs>
                    <a:gs pos="100000">
                      <a:srgbClr val="B896FF"/>
                    </a:gs>
                  </a:gsLst>
                  <a:lin ang="0" scaled="0"/>
                </a:gradFill>
              </a:defRPr>
            </a:lvl1pPr>
          </a:lstStyle>
          <a:p>
            <a:pPr lvl="0"/>
            <a:r>
              <a:rPr lang="en-US"/>
              <a:t>Thank you!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7AF9CC8A-BAB0-4529-6083-A3D7F01CE45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47700" y="2540616"/>
            <a:ext cx="3827462" cy="257250"/>
          </a:xfrm>
          <a:prstGeom prst="rect">
            <a:avLst/>
          </a:prstGeom>
        </p:spPr>
        <p:txBody>
          <a:bodyPr/>
          <a:lstStyle>
            <a:lvl1pPr>
              <a:defRPr sz="1600"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For more information, contact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25054708-622B-37B7-6E33-486A71C9526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7700" y="3313799"/>
            <a:ext cx="3827462" cy="289438"/>
          </a:xfrm>
          <a:prstGeom prst="rect">
            <a:avLst/>
          </a:prstGeom>
        </p:spPr>
        <p:txBody>
          <a:bodyPr/>
          <a:lstStyle>
            <a:lvl1pPr>
              <a:defRPr sz="18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Name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56D2A3F-CCA1-F399-D035-1BB32FED634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7700" y="3672220"/>
            <a:ext cx="3827462" cy="225126"/>
          </a:xfrm>
          <a:prstGeom prst="rect">
            <a:avLst/>
          </a:prstGeom>
        </p:spPr>
        <p:txBody>
          <a:bodyPr/>
          <a:lstStyle>
            <a:lvl1pPr>
              <a:defRPr sz="1400" b="0" i="0">
                <a:solidFill>
                  <a:schemeClr val="accent2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Position title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D50C7B71-5C80-8C3A-B66C-42F7296EB9C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7700" y="4201305"/>
            <a:ext cx="3827462" cy="225126"/>
          </a:xfrm>
          <a:prstGeom prst="rect">
            <a:avLst/>
          </a:prstGeom>
        </p:spPr>
        <p:txBody>
          <a:bodyPr/>
          <a:lstStyle>
            <a:lvl1pPr>
              <a:defRPr sz="14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Insert email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0BFDDCB6-69BB-2359-40AB-46BA1DA744F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7700" y="4488235"/>
            <a:ext cx="3827462" cy="225126"/>
          </a:xfrm>
          <a:prstGeom prst="rect">
            <a:avLst/>
          </a:prstGeom>
        </p:spPr>
        <p:txBody>
          <a:bodyPr/>
          <a:lstStyle>
            <a:lvl1pPr>
              <a:defRPr sz="14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+1 000 000 000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3D16F9E7-5E17-1B62-F499-C761278885E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47700" y="4897078"/>
            <a:ext cx="3827462" cy="1173078"/>
          </a:xfrm>
          <a:prstGeom prst="rect">
            <a:avLst/>
          </a:prstGeom>
        </p:spPr>
        <p:txBody>
          <a:bodyPr/>
          <a:lstStyle>
            <a:lvl1pPr>
              <a:defRPr sz="14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Address Line 1</a:t>
            </a:r>
          </a:p>
          <a:p>
            <a:r>
              <a:rPr lang="en-US"/>
              <a:t>Address Line 2</a:t>
            </a:r>
          </a:p>
          <a:p>
            <a:r>
              <a:rPr lang="en-US"/>
              <a:t>Zip Code</a:t>
            </a:r>
          </a:p>
          <a:p>
            <a:r>
              <a:rPr lang="en-US"/>
              <a:t>Country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8FF80AE-E38B-EC18-E1B5-2B5AAE36C2F4}"/>
              </a:ext>
            </a:extLst>
          </p:cNvPr>
          <p:cNvCxnSpPr>
            <a:cxnSpLocks/>
          </p:cNvCxnSpPr>
          <p:nvPr userDrawn="1"/>
        </p:nvCxnSpPr>
        <p:spPr>
          <a:xfrm>
            <a:off x="647700" y="2935941"/>
            <a:ext cx="3534335" cy="0"/>
          </a:xfrm>
          <a:prstGeom prst="line">
            <a:avLst/>
          </a:prstGeom>
          <a:ln w="6350">
            <a:solidFill>
              <a:schemeClr val="bg1">
                <a:alpha val="6512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244527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x_Photo_+_Caption_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50EF9F7-1BDD-C412-DA7B-D3D0D1ABA09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7700" y="670773"/>
            <a:ext cx="10896600" cy="553952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C1B8CB-9FFB-8D0A-F788-18710501B096}"/>
              </a:ext>
            </a:extLst>
          </p:cNvPr>
          <p:cNvSpPr/>
          <p:nvPr userDrawn="1"/>
        </p:nvSpPr>
        <p:spPr bwMode="auto">
          <a:xfrm>
            <a:off x="0" y="2679405"/>
            <a:ext cx="4924396" cy="4178595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8E94620-1500-8D43-BD64-006D83AE4B8E}"/>
              </a:ext>
            </a:extLst>
          </p:cNvPr>
          <p:cNvSpPr/>
          <p:nvPr userDrawn="1"/>
        </p:nvSpPr>
        <p:spPr bwMode="auto">
          <a:xfrm>
            <a:off x="-2151983" y="5103629"/>
            <a:ext cx="3848986" cy="3848986"/>
          </a:xfrm>
          <a:prstGeom prst="ellipse">
            <a:avLst/>
          </a:prstGeom>
          <a:solidFill>
            <a:srgbClr val="8B97FF">
              <a:alpha val="65000"/>
            </a:srgbClr>
          </a:solidFill>
          <a:ln>
            <a:noFill/>
          </a:ln>
          <a:effectLst>
            <a:softEdge rad="805949"/>
          </a:effectLst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159C2A-0FC8-422F-92E4-B92935AAE5A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7699" y="3809007"/>
            <a:ext cx="3722281" cy="116955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8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Caption with two or more lines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B8E369A2-FC86-4140-9080-E549260B918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7700" y="3428999"/>
            <a:ext cx="3732914" cy="184666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200" b="1" spc="300">
                <a:solidFill>
                  <a:schemeClr val="bg1"/>
                </a:solidFill>
                <a:latin typeface="+mj-lt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PREHEADER</a:t>
            </a:r>
            <a:endParaRPr lang="en-US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184CEF6B-33E9-BCE0-3818-CFEBB6352D8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47700" y="5438001"/>
            <a:ext cx="3690384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Sub-description text goes here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2FADFE-CDC9-BCE0-575D-8C2B21EF5ECA}"/>
              </a:ext>
            </a:extLst>
          </p:cNvPr>
          <p:cNvSpPr txBox="1"/>
          <p:nvPr userDrawn="1"/>
        </p:nvSpPr>
        <p:spPr>
          <a:xfrm>
            <a:off x="2271713" y="-85725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endParaRPr lang="en-US" sz="1200" err="1">
              <a:ea typeface="Human Sans" charset="0"/>
              <a:cs typeface="Human Sans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7FE3F6A-717B-D671-C21C-B99B4FB2316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701" y="237004"/>
            <a:ext cx="495300" cy="18209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5AA398A-2E47-0C00-F4A0-87498FC7BBC1}"/>
              </a:ext>
            </a:extLst>
          </p:cNvPr>
          <p:cNvSpPr txBox="1"/>
          <p:nvPr userDrawn="1"/>
        </p:nvSpPr>
        <p:spPr>
          <a:xfrm>
            <a:off x="9526625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E8E7F306-CD25-215E-BBB0-42720869F90C}"/>
              </a:ext>
            </a:extLst>
          </p:cNvPr>
          <p:cNvSpPr txBox="1">
            <a:spLocks/>
          </p:cNvSpPr>
          <p:nvPr userDrawn="1"/>
        </p:nvSpPr>
        <p:spPr>
          <a:xfrm>
            <a:off x="11340916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chemeClr val="tx1"/>
                </a:solidFill>
              </a:rPr>
              <a:pPr lvl="0"/>
              <a:t>‹#›</a:t>
            </a:fld>
            <a:endParaRPr lang="en-US" sz="1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71512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slideLayout" Target="../slideLayouts/slideLayout66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606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0713" y="717613"/>
            <a:ext cx="10965687" cy="33855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US"/>
              <a:t>Click to edit Master title style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D14E4D-CAE3-3A0B-B3F8-465622E4D6E8}"/>
              </a:ext>
            </a:extLst>
          </p:cNvPr>
          <p:cNvPicPr>
            <a:picLocks noChangeAspect="1"/>
          </p:cNvPicPr>
          <p:nvPr userDrawn="1"/>
        </p:nvPicPr>
        <p:blipFill>
          <a:blip r:embed="rId7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699" y="6416865"/>
            <a:ext cx="488145" cy="17946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86C1CD2-C3C3-99BC-1F71-5CF176EF164E}"/>
              </a:ext>
            </a:extLst>
          </p:cNvPr>
          <p:cNvSpPr txBox="1"/>
          <p:nvPr userDrawn="1"/>
        </p:nvSpPr>
        <p:spPr>
          <a:xfrm>
            <a:off x="-579120" y="459232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endParaRPr lang="en-US" sz="1200" err="1">
              <a:ea typeface="Human Sans" charset="0"/>
              <a:cs typeface="Human Sans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5DDA9FD-D621-0134-9699-89AED709AC96}"/>
              </a:ext>
            </a:extLst>
          </p:cNvPr>
          <p:cNvSpPr txBox="1"/>
          <p:nvPr userDrawn="1"/>
        </p:nvSpPr>
        <p:spPr>
          <a:xfrm>
            <a:off x="4429760" y="-53848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endParaRPr lang="en-US" sz="1200" err="1">
              <a:ea typeface="Human Sans" charset="0"/>
              <a:cs typeface="Human Sans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D7453A-FF25-1748-B091-91F29105A245}"/>
              </a:ext>
            </a:extLst>
          </p:cNvPr>
          <p:cNvSpPr txBox="1"/>
          <p:nvPr userDrawn="1"/>
        </p:nvSpPr>
        <p:spPr>
          <a:xfrm>
            <a:off x="9517294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B3E5B4CB-0A41-3758-17D3-77CB4387DBAE}"/>
              </a:ext>
            </a:extLst>
          </p:cNvPr>
          <p:cNvSpPr txBox="1">
            <a:spLocks/>
          </p:cNvSpPr>
          <p:nvPr userDrawn="1"/>
        </p:nvSpPr>
        <p:spPr>
          <a:xfrm>
            <a:off x="1134186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94283C5-7CEB-C3A6-3D15-0C58149D10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6410" y="1581502"/>
            <a:ext cx="10948386" cy="462879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810756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800" r:id="rId2"/>
    <p:sldLayoutId id="2147483840" r:id="rId3"/>
    <p:sldLayoutId id="2147483733" r:id="rId4"/>
    <p:sldLayoutId id="2147483810" r:id="rId5"/>
    <p:sldLayoutId id="2147483796" r:id="rId6"/>
    <p:sldLayoutId id="2147483797" r:id="rId7"/>
    <p:sldLayoutId id="2147483818" r:id="rId8"/>
    <p:sldLayoutId id="2147483819" r:id="rId9"/>
    <p:sldLayoutId id="2147483890" r:id="rId10"/>
    <p:sldLayoutId id="2147483883" r:id="rId11"/>
    <p:sldLayoutId id="2147483884" r:id="rId12"/>
    <p:sldLayoutId id="2147483798" r:id="rId13"/>
    <p:sldLayoutId id="2147483803" r:id="rId14"/>
    <p:sldLayoutId id="2147483806" r:id="rId15"/>
    <p:sldLayoutId id="2147483812" r:id="rId16"/>
    <p:sldLayoutId id="2147483839" r:id="rId17"/>
    <p:sldLayoutId id="2147483838" r:id="rId18"/>
    <p:sldLayoutId id="2147483805" r:id="rId19"/>
    <p:sldLayoutId id="2147483813" r:id="rId20"/>
    <p:sldLayoutId id="2147483877" r:id="rId21"/>
    <p:sldLayoutId id="2147483878" r:id="rId22"/>
    <p:sldLayoutId id="2147483879" r:id="rId23"/>
    <p:sldLayoutId id="2147483880" r:id="rId24"/>
    <p:sldLayoutId id="2147483881" r:id="rId25"/>
    <p:sldLayoutId id="2147483882" r:id="rId26"/>
    <p:sldLayoutId id="2147483850" r:id="rId27"/>
    <p:sldLayoutId id="2147483861" r:id="rId28"/>
    <p:sldLayoutId id="2147483834" r:id="rId29"/>
    <p:sldLayoutId id="2147483849" r:id="rId30"/>
    <p:sldLayoutId id="2147483862" r:id="rId31"/>
    <p:sldLayoutId id="2147483833" r:id="rId32"/>
    <p:sldLayoutId id="2147483876" r:id="rId33"/>
    <p:sldLayoutId id="2147483826" r:id="rId34"/>
    <p:sldLayoutId id="2147483814" r:id="rId35"/>
    <p:sldLayoutId id="2147483824" r:id="rId36"/>
    <p:sldLayoutId id="2147483815" r:id="rId37"/>
    <p:sldLayoutId id="2147483825" r:id="rId38"/>
    <p:sldLayoutId id="2147483823" r:id="rId39"/>
    <p:sldLayoutId id="2147483829" r:id="rId40"/>
    <p:sldLayoutId id="2147483830" r:id="rId41"/>
    <p:sldLayoutId id="2147483863" r:id="rId42"/>
    <p:sldLayoutId id="2147483868" r:id="rId43"/>
    <p:sldLayoutId id="2147483872" r:id="rId44"/>
    <p:sldLayoutId id="2147483866" r:id="rId45"/>
    <p:sldLayoutId id="2147483869" r:id="rId46"/>
    <p:sldLayoutId id="2147483873" r:id="rId47"/>
    <p:sldLayoutId id="2147483867" r:id="rId48"/>
    <p:sldLayoutId id="2147483870" r:id="rId49"/>
    <p:sldLayoutId id="2147483874" r:id="rId50"/>
    <p:sldLayoutId id="2147483864" r:id="rId51"/>
    <p:sldLayoutId id="2147483875" r:id="rId52"/>
    <p:sldLayoutId id="2147483871" r:id="rId53"/>
    <p:sldLayoutId id="2147483885" r:id="rId54"/>
    <p:sldLayoutId id="2147483841" r:id="rId55"/>
    <p:sldLayoutId id="2147483842" r:id="rId56"/>
    <p:sldLayoutId id="2147483886" r:id="rId57"/>
    <p:sldLayoutId id="2147483843" r:id="rId58"/>
    <p:sldLayoutId id="2147483889" r:id="rId59"/>
    <p:sldLayoutId id="2147483848" r:id="rId60"/>
    <p:sldLayoutId id="2147483888" r:id="rId61"/>
    <p:sldLayoutId id="2147483887" r:id="rId62"/>
    <p:sldLayoutId id="2147483851" r:id="rId63"/>
    <p:sldLayoutId id="2147483856" r:id="rId64"/>
    <p:sldLayoutId id="2147483893" r:id="rId65"/>
    <p:sldLayoutId id="2147483891" r:id="rId66"/>
    <p:sldLayoutId id="2147483892" r:id="rId67"/>
    <p:sldLayoutId id="2147483860" r:id="rId68"/>
    <p:sldLayoutId id="2147483858" r:id="rId69"/>
    <p:sldLayoutId id="2147483859" r:id="rId70"/>
    <p:sldLayoutId id="2147483778" r:id="rId71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US" sz="2200" b="1" i="0" kern="1200" spc="0" dirty="0">
          <a:solidFill>
            <a:schemeClr val="bg1"/>
          </a:solidFill>
          <a:effectLst/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Font typeface="Arial" panose="020B0604020202020204" pitchFamily="34" charset="0"/>
        <a:buNone/>
        <a:defRPr lang="en-US" sz="1400" b="0" i="0" kern="1200" dirty="0">
          <a:solidFill>
            <a:schemeClr val="bg1"/>
          </a:solidFill>
          <a:latin typeface="Calibri"/>
          <a:ea typeface="Calibri" panose="020F0502020204030204" pitchFamily="34" charset="0"/>
          <a:cs typeface="Calibri" panose="020F0502020204030204" pitchFamily="34" charset="0"/>
        </a:defRPr>
      </a:lvl1pPr>
      <a:lvl2pPr marL="182880" indent="-18288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>
          <a:schemeClr val="bg1"/>
        </a:buClr>
        <a:buFont typeface="Arial" panose="020B0604020202020204" pitchFamily="34" charset="0"/>
        <a:buChar char="•"/>
        <a:defRPr lang="en-US" sz="1400" b="0" i="0" kern="1200" dirty="0">
          <a:solidFill>
            <a:schemeClr val="bg1"/>
          </a:solidFill>
          <a:latin typeface="Calibri"/>
          <a:ea typeface="Calibri" panose="020F0502020204030204" pitchFamily="34" charset="0"/>
          <a:cs typeface="Calibri" panose="020F0502020204030204" pitchFamily="34" charset="0"/>
        </a:defRPr>
      </a:lvl2pPr>
      <a:lvl3pPr marL="365760" indent="-18288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>
          <a:schemeClr val="bg1"/>
        </a:buClr>
        <a:buFont typeface="Courier New" panose="02070309020205020404" pitchFamily="49" charset="0"/>
        <a:buChar char="o"/>
        <a:defRPr lang="en-US" sz="1200" b="0" i="0" kern="1200" dirty="0">
          <a:solidFill>
            <a:schemeClr val="bg1"/>
          </a:solidFill>
          <a:latin typeface="Calibri"/>
          <a:ea typeface="Calibri" panose="020F0502020204030204" pitchFamily="34" charset="0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•"/>
        <a:defRPr lang="en-US" sz="1200" b="0" i="0" kern="1200" dirty="0">
          <a:solidFill>
            <a:schemeClr val="bg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•"/>
        <a:defRPr lang="en-US" sz="1200" b="0" i="0" kern="1200" dirty="0">
          <a:solidFill>
            <a:schemeClr val="bg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91" userDrawn="1">
          <p15:clr>
            <a:srgbClr val="F26B43"/>
          </p15:clr>
        </p15:guide>
        <p15:guide id="3" pos="7301" userDrawn="1">
          <p15:clr>
            <a:srgbClr val="F26B43"/>
          </p15:clr>
        </p15:guide>
        <p15:guide id="12" orient="horz" pos="3912" userDrawn="1">
          <p15:clr>
            <a:srgbClr val="F26B43"/>
          </p15:clr>
        </p15:guide>
        <p15:guide id="13" pos="826" userDrawn="1">
          <p15:clr>
            <a:srgbClr val="F26B43"/>
          </p15:clr>
        </p15:guide>
        <p15:guide id="14" pos="981" userDrawn="1">
          <p15:clr>
            <a:srgbClr val="F26B43"/>
          </p15:clr>
        </p15:guide>
        <p15:guide id="15" pos="1392" userDrawn="1">
          <p15:clr>
            <a:srgbClr val="F26B43"/>
          </p15:clr>
        </p15:guide>
        <p15:guide id="16" pos="1536" userDrawn="1">
          <p15:clr>
            <a:srgbClr val="F26B43"/>
          </p15:clr>
        </p15:guide>
        <p15:guide id="17" pos="2000" userDrawn="1">
          <p15:clr>
            <a:srgbClr val="F26B43"/>
          </p15:clr>
        </p15:guide>
        <p15:guide id="18" pos="2152" userDrawn="1">
          <p15:clr>
            <a:srgbClr val="F26B43"/>
          </p15:clr>
        </p15:guide>
        <p15:guide id="19" pos="2590" userDrawn="1">
          <p15:clr>
            <a:srgbClr val="F26B43"/>
          </p15:clr>
        </p15:guide>
        <p15:guide id="20" pos="2743" userDrawn="1">
          <p15:clr>
            <a:srgbClr val="F26B43"/>
          </p15:clr>
        </p15:guide>
        <p15:guide id="21" pos="3182" userDrawn="1">
          <p15:clr>
            <a:srgbClr val="F26B43"/>
          </p15:clr>
        </p15:guide>
        <p15:guide id="22" pos="3329" userDrawn="1">
          <p15:clr>
            <a:srgbClr val="F26B43"/>
          </p15:clr>
        </p15:guide>
        <p15:guide id="23" pos="3764" userDrawn="1">
          <p15:clr>
            <a:srgbClr val="F26B43"/>
          </p15:clr>
        </p15:guide>
        <p15:guide id="24" pos="3916" userDrawn="1">
          <p15:clr>
            <a:srgbClr val="F26B43"/>
          </p15:clr>
        </p15:guide>
        <p15:guide id="25" pos="4353" userDrawn="1">
          <p15:clr>
            <a:srgbClr val="F26B43"/>
          </p15:clr>
        </p15:guide>
        <p15:guide id="26" pos="4508" userDrawn="1">
          <p15:clr>
            <a:srgbClr val="F26B43"/>
          </p15:clr>
        </p15:guide>
        <p15:guide id="27" pos="4950" userDrawn="1">
          <p15:clr>
            <a:srgbClr val="F26B43"/>
          </p15:clr>
        </p15:guide>
        <p15:guide id="28" pos="5100" userDrawn="1">
          <p15:clr>
            <a:srgbClr val="F26B43"/>
          </p15:clr>
        </p15:guide>
        <p15:guide id="29" pos="5536" userDrawn="1">
          <p15:clr>
            <a:srgbClr val="F26B43"/>
          </p15:clr>
        </p15:guide>
        <p15:guide id="30" pos="5689" userDrawn="1">
          <p15:clr>
            <a:srgbClr val="F26B43"/>
          </p15:clr>
        </p15:guide>
        <p15:guide id="31" pos="6123" userDrawn="1">
          <p15:clr>
            <a:srgbClr val="F26B43"/>
          </p15:clr>
        </p15:guide>
        <p15:guide id="32" pos="6278" userDrawn="1">
          <p15:clr>
            <a:srgbClr val="F26B43"/>
          </p15:clr>
        </p15:guide>
        <p15:guide id="33" pos="6712" userDrawn="1">
          <p15:clr>
            <a:srgbClr val="F26B43"/>
          </p15:clr>
        </p15:guide>
        <p15:guide id="34" pos="6865" userDrawn="1">
          <p15:clr>
            <a:srgbClr val="F26B43"/>
          </p15:clr>
        </p15:guide>
        <p15:guide id="35" orient="horz" pos="984" userDrawn="1">
          <p15:clr>
            <a:srgbClr val="F26B43"/>
          </p15:clr>
        </p15:guide>
        <p15:guide id="36" orient="horz" pos="4128" userDrawn="1">
          <p15:clr>
            <a:srgbClr val="F26B43"/>
          </p15:clr>
        </p15:guide>
        <p15:guide id="37" orient="horz" pos="1080" userDrawn="1">
          <p15:clr>
            <a:srgbClr val="F26B43"/>
          </p15:clr>
        </p15:guide>
        <p15:guide id="38" orient="horz" pos="1248" userDrawn="1">
          <p15:clr>
            <a:srgbClr val="F26B43"/>
          </p15:clr>
        </p15:guide>
        <p15:guide id="39" orient="horz" pos="672" userDrawn="1">
          <p15:clr>
            <a:srgbClr val="F26B43"/>
          </p15:clr>
        </p15:guide>
        <p15:guide id="40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8D7FC0CD-D28C-B94E-38C8-21950A2FF0A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hu-HU" dirty="0"/>
              <a:t>MARCH</a:t>
            </a:r>
            <a:r>
              <a:rPr lang="en-US" dirty="0"/>
              <a:t> 202</a:t>
            </a:r>
            <a:r>
              <a:rPr lang="hu-HU" dirty="0"/>
              <a:t>5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21E964-B058-A798-23EB-88D6884893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EPAM Proprietary &amp; Confidential.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0FBFF413-9C9D-6973-5C8C-00B6CB14D65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5823" y="1641238"/>
            <a:ext cx="10169829" cy="2111091"/>
          </a:xfrm>
        </p:spPr>
        <p:txBody>
          <a:bodyPr/>
          <a:lstStyle/>
          <a:p>
            <a:r>
              <a:rPr lang="en-US" dirty="0"/>
              <a:t>Single Page Application &amp;</a:t>
            </a:r>
            <a:r>
              <a:rPr lang="hu-HU" dirty="0"/>
              <a:t> React.js</a:t>
            </a:r>
            <a:endParaRPr lang="en-US" dirty="0">
              <a:gradFill>
                <a:gsLst>
                  <a:gs pos="0">
                    <a:srgbClr val="00FFF0"/>
                  </a:gs>
                  <a:gs pos="72000">
                    <a:srgbClr val="00F6FF"/>
                  </a:gs>
                  <a:gs pos="100000">
                    <a:srgbClr val="B896FF"/>
                  </a:gs>
                </a:gsLst>
                <a:lin ang="1200000" scaled="0"/>
              </a:gra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21992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4">
            <a:extLst>
              <a:ext uri="{FF2B5EF4-FFF2-40B4-BE49-F238E27FC236}">
                <a16:creationId xmlns:a16="http://schemas.microsoft.com/office/drawing/2014/main" id="{0878A7BA-A3F7-35B0-8094-3AF878CE64A5}"/>
              </a:ext>
            </a:extLst>
          </p:cNvPr>
          <p:cNvSpPr txBox="1">
            <a:spLocks/>
          </p:cNvSpPr>
          <p:nvPr/>
        </p:nvSpPr>
        <p:spPr>
          <a:xfrm>
            <a:off x="622038" y="749252"/>
            <a:ext cx="10191735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b="1" i="0" kern="120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sz="6000" b="0" dirty="0">
                <a:solidFill>
                  <a:schemeClr val="bg1"/>
                </a:solidFill>
                <a:latin typeface="Calibri Light" panose="020F0302020204030204" pitchFamily="34" charset="0"/>
              </a:rPr>
              <a:t>Single Page Application (SPA)</a:t>
            </a:r>
            <a:endParaRPr lang="en-US" sz="6000" b="0" dirty="0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sp>
        <p:nvSpPr>
          <p:cNvPr id="8" name="Title 4">
            <a:extLst>
              <a:ext uri="{FF2B5EF4-FFF2-40B4-BE49-F238E27FC236}">
                <a16:creationId xmlns:a16="http://schemas.microsoft.com/office/drawing/2014/main" id="{2C965849-3790-ECD4-9400-9D47F9280C99}"/>
              </a:ext>
            </a:extLst>
          </p:cNvPr>
          <p:cNvSpPr txBox="1">
            <a:spLocks/>
          </p:cNvSpPr>
          <p:nvPr/>
        </p:nvSpPr>
        <p:spPr>
          <a:xfrm>
            <a:off x="621224" y="2136338"/>
            <a:ext cx="8973350" cy="18466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b="1" i="0" kern="120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b="0" dirty="0">
                <a:solidFill>
                  <a:schemeClr val="bg1"/>
                </a:solidFill>
                <a:latin typeface="Calibri Light" panose="020F0302020204030204" pitchFamily="34" charset="0"/>
              </a:rPr>
              <a:t>Loads a single HTML page</a:t>
            </a:r>
            <a:endParaRPr lang="hu-HU" sz="2400" b="0" dirty="0">
              <a:solidFill>
                <a:schemeClr val="bg1"/>
              </a:solidFill>
              <a:latin typeface="Calibri Light" panose="020F030202020403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b="0" dirty="0">
                <a:solidFill>
                  <a:schemeClr val="bg1"/>
                </a:solidFill>
                <a:latin typeface="Calibri Light" panose="020F0302020204030204" pitchFamily="34" charset="0"/>
              </a:rPr>
              <a:t>Dynamically updates content using JavaScript</a:t>
            </a:r>
            <a:endParaRPr lang="hu-HU" sz="2400" b="0" dirty="0">
              <a:solidFill>
                <a:schemeClr val="bg1"/>
              </a:solidFill>
              <a:latin typeface="Calibri Light" panose="020F030202020403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b="0" dirty="0">
                <a:solidFill>
                  <a:schemeClr val="bg1"/>
                </a:solidFill>
                <a:latin typeface="Calibri Light" panose="020F0302020204030204" pitchFamily="34" charset="0"/>
              </a:rPr>
              <a:t>Pros: faster user experience, reduced server load</a:t>
            </a:r>
            <a:endParaRPr lang="hu-HU" sz="2400" b="0" dirty="0">
              <a:solidFill>
                <a:schemeClr val="bg1"/>
              </a:solidFill>
              <a:latin typeface="Calibri Light" panose="020F030202020403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b="0" dirty="0">
                <a:solidFill>
                  <a:schemeClr val="bg1"/>
                </a:solidFill>
                <a:latin typeface="Calibri Light" panose="020F0302020204030204" pitchFamily="34" charset="0"/>
              </a:rPr>
              <a:t>Cons: SEO challenges, bigger initial bundle</a:t>
            </a:r>
          </a:p>
          <a:p>
            <a:endParaRPr lang="en-US" sz="2400" b="0" dirty="0">
              <a:solidFill>
                <a:schemeClr val="bg1"/>
              </a:solidFill>
              <a:latin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33511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BFC083-CE4D-26E8-2BD6-04750E6D6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4">
            <a:extLst>
              <a:ext uri="{FF2B5EF4-FFF2-40B4-BE49-F238E27FC236}">
                <a16:creationId xmlns:a16="http://schemas.microsoft.com/office/drawing/2014/main" id="{5BC7A67C-97B4-553B-4656-767ECAD52E8D}"/>
              </a:ext>
            </a:extLst>
          </p:cNvPr>
          <p:cNvSpPr txBox="1">
            <a:spLocks/>
          </p:cNvSpPr>
          <p:nvPr/>
        </p:nvSpPr>
        <p:spPr>
          <a:xfrm>
            <a:off x="622038" y="749252"/>
            <a:ext cx="10191735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b="1" i="0" kern="120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sz="6000" b="0" dirty="0">
                <a:solidFill>
                  <a:schemeClr val="bg1"/>
                </a:solidFill>
                <a:latin typeface="Calibri Light" panose="020F0302020204030204" pitchFamily="34" charset="0"/>
              </a:rPr>
              <a:t>React.js</a:t>
            </a:r>
            <a:endParaRPr lang="en-US" sz="6000" b="0" dirty="0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sp>
        <p:nvSpPr>
          <p:cNvPr id="8" name="Title 4">
            <a:extLst>
              <a:ext uri="{FF2B5EF4-FFF2-40B4-BE49-F238E27FC236}">
                <a16:creationId xmlns:a16="http://schemas.microsoft.com/office/drawing/2014/main" id="{FE5DA95F-7144-3AB6-E171-238C84CDE081}"/>
              </a:ext>
            </a:extLst>
          </p:cNvPr>
          <p:cNvSpPr txBox="1">
            <a:spLocks/>
          </p:cNvSpPr>
          <p:nvPr/>
        </p:nvSpPr>
        <p:spPr>
          <a:xfrm>
            <a:off x="621224" y="2136338"/>
            <a:ext cx="8973350" cy="221599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b="1" i="0" kern="120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b="0" dirty="0">
                <a:solidFill>
                  <a:schemeClr val="bg1"/>
                </a:solidFill>
                <a:latin typeface="Calibri Light" panose="020F0302020204030204" pitchFamily="34" charset="0"/>
              </a:rPr>
              <a:t>Also known as ReactJS or React</a:t>
            </a:r>
            <a:endParaRPr lang="hu-HU" sz="2400" b="0" dirty="0">
              <a:solidFill>
                <a:schemeClr val="bg1"/>
              </a:solidFill>
              <a:latin typeface="Calibri Light" panose="020F030202020403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b="0" dirty="0">
                <a:solidFill>
                  <a:schemeClr val="bg1"/>
                </a:solidFill>
                <a:latin typeface="Calibri Light" panose="020F0302020204030204" pitchFamily="34" charset="0"/>
              </a:rPr>
              <a:t>Declarative, component-based </a:t>
            </a:r>
            <a:endParaRPr lang="hu-HU" sz="2400" b="0" dirty="0">
              <a:solidFill>
                <a:schemeClr val="bg1"/>
              </a:solidFill>
              <a:latin typeface="Calibri Light" panose="020F030202020403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b="0" dirty="0">
                <a:solidFill>
                  <a:schemeClr val="bg1"/>
                </a:solidFill>
                <a:latin typeface="Calibri Light" panose="020F0302020204030204" pitchFamily="34" charset="0"/>
              </a:rPr>
              <a:t>JavaScript library for building interactive </a:t>
            </a:r>
            <a:r>
              <a:rPr lang="en-US" sz="2400" b="0" dirty="0" err="1">
                <a:solidFill>
                  <a:schemeClr val="bg1"/>
                </a:solidFill>
                <a:latin typeface="Calibri Light" panose="020F0302020204030204" pitchFamily="34" charset="0"/>
              </a:rPr>
              <a:t>Uis</a:t>
            </a:r>
            <a:endParaRPr lang="hu-HU" sz="2400" b="0" dirty="0">
              <a:solidFill>
                <a:schemeClr val="bg1"/>
              </a:solidFill>
              <a:latin typeface="Calibri Light" panose="020F030202020403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b="0" dirty="0">
                <a:solidFill>
                  <a:schemeClr val="bg1"/>
                </a:solidFill>
                <a:latin typeface="Calibri Light" panose="020F0302020204030204" pitchFamily="34" charset="0"/>
              </a:rPr>
              <a:t>JSX: Merging HTML and JavaScript within a single code file</a:t>
            </a:r>
            <a:endParaRPr lang="hu-HU" sz="2400" b="0" dirty="0">
              <a:solidFill>
                <a:schemeClr val="bg1"/>
              </a:solidFill>
              <a:latin typeface="Calibri Light" panose="020F030202020403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b="0" dirty="0">
                <a:solidFill>
                  <a:schemeClr val="bg1"/>
                </a:solidFill>
                <a:latin typeface="Calibri Light" panose="020F0302020204030204" pitchFamily="34" charset="0"/>
              </a:rPr>
              <a:t>Not a full framework – often requires additional tools</a:t>
            </a:r>
            <a:endParaRPr lang="hu-HU" sz="2400" b="0" dirty="0">
              <a:solidFill>
                <a:schemeClr val="bg1"/>
              </a:solidFill>
              <a:latin typeface="Calibri Light" panose="020F030202020403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b="0" dirty="0">
                <a:solidFill>
                  <a:schemeClr val="bg1"/>
                </a:solidFill>
                <a:latin typeface="Calibri Light" panose="020F0302020204030204" pitchFamily="34" charset="0"/>
              </a:rPr>
              <a:t>Maintained by Facebook (Meta), open-source project</a:t>
            </a:r>
          </a:p>
        </p:txBody>
      </p:sp>
    </p:spTree>
    <p:extLst>
      <p:ext uri="{BB962C8B-B14F-4D97-AF65-F5344CB8AC3E}">
        <p14:creationId xmlns:p14="http://schemas.microsoft.com/office/powerpoint/2010/main" val="32103827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3046A4-B0A5-AAA3-958E-1BF2DEA75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015CBB2-7B9B-3ABF-FE01-04133414FD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1183481"/>
            <a:ext cx="8763000" cy="4491037"/>
          </a:xfrm>
          <a:prstGeom prst="rect">
            <a:avLst/>
          </a:prstGeom>
          <a:noFill/>
        </p:spPr>
      </p:pic>
      <p:sp>
        <p:nvSpPr>
          <p:cNvPr id="6" name="Title 4">
            <a:extLst>
              <a:ext uri="{FF2B5EF4-FFF2-40B4-BE49-F238E27FC236}">
                <a16:creationId xmlns:a16="http://schemas.microsoft.com/office/drawing/2014/main" id="{0FC1C904-E8FB-F125-F52B-4180B6160FBF}"/>
              </a:ext>
            </a:extLst>
          </p:cNvPr>
          <p:cNvSpPr txBox="1">
            <a:spLocks/>
          </p:cNvSpPr>
          <p:nvPr/>
        </p:nvSpPr>
        <p:spPr>
          <a:xfrm>
            <a:off x="633632" y="722843"/>
            <a:ext cx="2618014" cy="33855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b="1" i="0" kern="120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>
              <a:lnSpc>
                <a:spcPct val="90000"/>
              </a:lnSpc>
              <a:spcBef>
                <a:spcPts val="0"/>
              </a:spcBef>
              <a:spcAft>
                <a:spcPts val="600"/>
              </a:spcAft>
            </a:pPr>
            <a:r>
              <a:rPr lang="hu-HU" sz="1700" dirty="0">
                <a:solidFill>
                  <a:schemeClr val="bg1"/>
                </a:solidFill>
              </a:rPr>
              <a:t>Vanilla JS vs. JSX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65077AD9-7A7E-19D7-3F41-DCE98833F67D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33632" y="419100"/>
            <a:ext cx="2618014" cy="225706"/>
          </a:xfrm>
        </p:spPr>
        <p:txBody>
          <a:bodyPr/>
          <a:lstStyle/>
          <a:p>
            <a:r>
              <a:rPr lang="hu-HU" dirty="0"/>
              <a:t>Practice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8631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F86D8F-0C11-0F79-05BD-B961A641C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DEC184A-EA35-7101-409D-0A8ABBB357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1554945"/>
            <a:ext cx="8763000" cy="3748109"/>
          </a:xfrm>
          <a:prstGeom prst="rect">
            <a:avLst/>
          </a:prstGeom>
          <a:noFill/>
        </p:spPr>
      </p:pic>
      <p:sp>
        <p:nvSpPr>
          <p:cNvPr id="6" name="Title 4">
            <a:extLst>
              <a:ext uri="{FF2B5EF4-FFF2-40B4-BE49-F238E27FC236}">
                <a16:creationId xmlns:a16="http://schemas.microsoft.com/office/drawing/2014/main" id="{77669CB4-9D84-3D63-CA89-D9E92B1B33F6}"/>
              </a:ext>
            </a:extLst>
          </p:cNvPr>
          <p:cNvSpPr txBox="1">
            <a:spLocks/>
          </p:cNvSpPr>
          <p:nvPr/>
        </p:nvSpPr>
        <p:spPr>
          <a:xfrm>
            <a:off x="633632" y="722843"/>
            <a:ext cx="2618014" cy="33855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b="1" i="0" kern="120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>
                <a:solidFill>
                  <a:schemeClr val="bg1"/>
                </a:solidFill>
              </a:rPr>
              <a:t>Components and JSX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C7C8CECB-3E82-514D-CF2C-5CFD3FC57B3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33632" y="419100"/>
            <a:ext cx="2618014" cy="225706"/>
          </a:xfrm>
        </p:spPr>
        <p:txBody>
          <a:bodyPr vert="horz" lIns="0" tIns="0" rIns="0" bIns="0" rtlCol="0">
            <a:normAutofit/>
          </a:bodyPr>
          <a:lstStyle/>
          <a:p>
            <a:pPr>
              <a:spcBef>
                <a:spcPts val="600"/>
              </a:spcBef>
            </a:pPr>
            <a:r>
              <a:rPr lang="en-US" b="0" i="0" kern="1200" cap="all" spc="300" baseline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Practice</a:t>
            </a:r>
          </a:p>
        </p:txBody>
      </p:sp>
    </p:spTree>
    <p:extLst>
      <p:ext uri="{BB962C8B-B14F-4D97-AF65-F5344CB8AC3E}">
        <p14:creationId xmlns:p14="http://schemas.microsoft.com/office/powerpoint/2010/main" val="28277559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44BE15-78EB-5170-96E5-66A1156EC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4">
            <a:extLst>
              <a:ext uri="{FF2B5EF4-FFF2-40B4-BE49-F238E27FC236}">
                <a16:creationId xmlns:a16="http://schemas.microsoft.com/office/drawing/2014/main" id="{1D9857C5-F9A9-D838-B24B-9820616C7D31}"/>
              </a:ext>
            </a:extLst>
          </p:cNvPr>
          <p:cNvSpPr txBox="1">
            <a:spLocks/>
          </p:cNvSpPr>
          <p:nvPr/>
        </p:nvSpPr>
        <p:spPr>
          <a:xfrm>
            <a:off x="622039" y="749252"/>
            <a:ext cx="10713618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b="1" i="0" kern="120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sz="6000" b="0" dirty="0">
                <a:solidFill>
                  <a:schemeClr val="bg1"/>
                </a:solidFill>
                <a:latin typeface="Calibri Light" panose="020F0302020204030204" pitchFamily="34" charset="0"/>
              </a:rPr>
              <a:t>Class vs. Function Components</a:t>
            </a:r>
            <a:endParaRPr lang="en-US" sz="6000" b="0" dirty="0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sp>
        <p:nvSpPr>
          <p:cNvPr id="8" name="Title 4">
            <a:extLst>
              <a:ext uri="{FF2B5EF4-FFF2-40B4-BE49-F238E27FC236}">
                <a16:creationId xmlns:a16="http://schemas.microsoft.com/office/drawing/2014/main" id="{F9C41585-AF42-280F-3793-3F89391D60C3}"/>
              </a:ext>
            </a:extLst>
          </p:cNvPr>
          <p:cNvSpPr txBox="1">
            <a:spLocks/>
          </p:cNvSpPr>
          <p:nvPr/>
        </p:nvSpPr>
        <p:spPr>
          <a:xfrm>
            <a:off x="621224" y="2136338"/>
            <a:ext cx="8098705" cy="11079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b="1" i="0" kern="120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b="0" dirty="0">
                <a:solidFill>
                  <a:schemeClr val="bg1"/>
                </a:solidFill>
                <a:latin typeface="Calibri Light" panose="020F0302020204030204" pitchFamily="34" charset="0"/>
              </a:rPr>
              <a:t>Legacy: class-based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b="0" dirty="0">
                <a:solidFill>
                  <a:schemeClr val="bg1"/>
                </a:solidFill>
                <a:latin typeface="Calibri Light" panose="020F0302020204030204" pitchFamily="34" charset="0"/>
              </a:rPr>
              <a:t>Modern approach: function + hooks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b="0" dirty="0">
                <a:solidFill>
                  <a:schemeClr val="bg1"/>
                </a:solidFill>
                <a:latin typeface="Calibri Light" panose="020F0302020204030204" pitchFamily="34" charset="0"/>
              </a:rPr>
              <a:t>Shorter, more intuitive code</a:t>
            </a:r>
          </a:p>
        </p:txBody>
      </p:sp>
    </p:spTree>
    <p:extLst>
      <p:ext uri="{BB962C8B-B14F-4D97-AF65-F5344CB8AC3E}">
        <p14:creationId xmlns:p14="http://schemas.microsoft.com/office/powerpoint/2010/main" val="37674465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A602A-3EEE-0946-2257-2E6651032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E38C53-3748-06FA-6F88-4C40F4FCC3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532305"/>
            <a:ext cx="8763000" cy="5793390"/>
          </a:xfrm>
          <a:prstGeom prst="rect">
            <a:avLst/>
          </a:prstGeom>
          <a:noFill/>
        </p:spPr>
      </p:pic>
      <p:sp>
        <p:nvSpPr>
          <p:cNvPr id="6" name="Title 4">
            <a:extLst>
              <a:ext uri="{FF2B5EF4-FFF2-40B4-BE49-F238E27FC236}">
                <a16:creationId xmlns:a16="http://schemas.microsoft.com/office/drawing/2014/main" id="{046E2831-7916-BAF6-DFAF-37C0960851C4}"/>
              </a:ext>
            </a:extLst>
          </p:cNvPr>
          <p:cNvSpPr txBox="1">
            <a:spLocks/>
          </p:cNvSpPr>
          <p:nvPr/>
        </p:nvSpPr>
        <p:spPr>
          <a:xfrm>
            <a:off x="633632" y="722843"/>
            <a:ext cx="2618014" cy="33855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b="1" i="0" kern="120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>
              <a:lnSpc>
                <a:spcPct val="9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500" dirty="0">
                <a:solidFill>
                  <a:schemeClr val="bg1"/>
                </a:solidFill>
              </a:rPr>
              <a:t>Class vs. Function Components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17AE10BA-B293-2295-7D3F-EF2CA4EDE26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33632" y="419100"/>
            <a:ext cx="2618014" cy="225706"/>
          </a:xfrm>
        </p:spPr>
        <p:txBody>
          <a:bodyPr/>
          <a:lstStyle/>
          <a:p>
            <a:r>
              <a:rPr lang="hu-HU" dirty="0"/>
              <a:t>Practice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59353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702A11-DA9A-72F2-7317-FC28964AB1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4">
            <a:extLst>
              <a:ext uri="{FF2B5EF4-FFF2-40B4-BE49-F238E27FC236}">
                <a16:creationId xmlns:a16="http://schemas.microsoft.com/office/drawing/2014/main" id="{5212DDAE-A564-173C-2E68-49BB4745F76B}"/>
              </a:ext>
            </a:extLst>
          </p:cNvPr>
          <p:cNvSpPr txBox="1">
            <a:spLocks/>
          </p:cNvSpPr>
          <p:nvPr/>
        </p:nvSpPr>
        <p:spPr>
          <a:xfrm>
            <a:off x="622039" y="749252"/>
            <a:ext cx="9237998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b="1" i="0" kern="120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sz="6000" b="0" dirty="0">
                <a:solidFill>
                  <a:schemeClr val="bg1"/>
                </a:solidFill>
                <a:latin typeface="Calibri Light" panose="020F0302020204030204" pitchFamily="34" charset="0"/>
              </a:rPr>
              <a:t>Fragments in React</a:t>
            </a:r>
            <a:endParaRPr lang="en-US" sz="6000" b="0" dirty="0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sp>
        <p:nvSpPr>
          <p:cNvPr id="8" name="Title 4">
            <a:extLst>
              <a:ext uri="{FF2B5EF4-FFF2-40B4-BE49-F238E27FC236}">
                <a16:creationId xmlns:a16="http://schemas.microsoft.com/office/drawing/2014/main" id="{9EE9B652-7676-1F4D-5F30-FA24615C6924}"/>
              </a:ext>
            </a:extLst>
          </p:cNvPr>
          <p:cNvSpPr txBox="1">
            <a:spLocks/>
          </p:cNvSpPr>
          <p:nvPr/>
        </p:nvSpPr>
        <p:spPr>
          <a:xfrm>
            <a:off x="621224" y="2136338"/>
            <a:ext cx="8058949" cy="147732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b="1" i="0" kern="120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b="0" dirty="0">
                <a:solidFill>
                  <a:schemeClr val="bg1"/>
                </a:solidFill>
                <a:latin typeface="Calibri Light" panose="020F0302020204030204" pitchFamily="34" charset="0"/>
              </a:rPr>
              <a:t>Avoid extra wrappers</a:t>
            </a:r>
            <a:r>
              <a:rPr lang="hu-HU" sz="2400" b="0" dirty="0">
                <a:solidFill>
                  <a:schemeClr val="bg1"/>
                </a:solidFill>
                <a:latin typeface="Calibri Light" panose="020F0302020204030204" pitchFamily="34" charset="0"/>
              </a:rPr>
              <a:t> like &lt;div&gt;</a:t>
            </a:r>
            <a:endParaRPr lang="en-US" sz="2400" b="0" dirty="0">
              <a:solidFill>
                <a:schemeClr val="bg1"/>
              </a:solidFill>
              <a:latin typeface="Calibri Light" panose="020F030202020403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b="0" dirty="0" err="1">
                <a:solidFill>
                  <a:schemeClr val="bg1"/>
                </a:solidFill>
                <a:latin typeface="Calibri Light" panose="020F0302020204030204" pitchFamily="34" charset="0"/>
              </a:rPr>
              <a:t>React.Fragment</a:t>
            </a:r>
            <a:r>
              <a:rPr lang="en-US" sz="2400" b="0" dirty="0">
                <a:solidFill>
                  <a:schemeClr val="bg1"/>
                </a:solidFill>
                <a:latin typeface="Calibri Light" panose="020F0302020204030204" pitchFamily="34" charset="0"/>
              </a:rPr>
              <a:t> or &lt;&gt; syntax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b="0" dirty="0">
                <a:solidFill>
                  <a:schemeClr val="bg1"/>
                </a:solidFill>
                <a:latin typeface="Calibri Light" panose="020F0302020204030204" pitchFamily="34" charset="0"/>
              </a:rPr>
              <a:t>Clean, minimal HTML structure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b="0" dirty="0">
                <a:solidFill>
                  <a:schemeClr val="bg1"/>
                </a:solidFill>
                <a:latin typeface="Calibri Light" panose="020F0302020204030204" pitchFamily="34" charset="0"/>
              </a:rPr>
              <a:t>Typical use cases: lists, tables</a:t>
            </a:r>
          </a:p>
        </p:txBody>
      </p:sp>
    </p:spTree>
    <p:extLst>
      <p:ext uri="{BB962C8B-B14F-4D97-AF65-F5344CB8AC3E}">
        <p14:creationId xmlns:p14="http://schemas.microsoft.com/office/powerpoint/2010/main" val="14864243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5F794-CB94-DC67-F0F2-F7811DBFA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A08B952-CFE9-3825-DE76-34FE1E1AEA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522903"/>
            <a:ext cx="8763000" cy="5812193"/>
          </a:xfrm>
          <a:prstGeom prst="rect">
            <a:avLst/>
          </a:prstGeom>
          <a:noFill/>
        </p:spPr>
      </p:pic>
      <p:sp>
        <p:nvSpPr>
          <p:cNvPr id="6" name="Title 4">
            <a:extLst>
              <a:ext uri="{FF2B5EF4-FFF2-40B4-BE49-F238E27FC236}">
                <a16:creationId xmlns:a16="http://schemas.microsoft.com/office/drawing/2014/main" id="{29186158-EC5B-E61D-3BCD-D7462CF71B32}"/>
              </a:ext>
            </a:extLst>
          </p:cNvPr>
          <p:cNvSpPr txBox="1">
            <a:spLocks/>
          </p:cNvSpPr>
          <p:nvPr/>
        </p:nvSpPr>
        <p:spPr>
          <a:xfrm>
            <a:off x="633632" y="722843"/>
            <a:ext cx="2618014" cy="33855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b="1" i="0" kern="120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>
                <a:solidFill>
                  <a:schemeClr val="bg1"/>
                </a:solidFill>
              </a:rPr>
              <a:t>Fragments in React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896AE094-8D83-DE5D-0F48-53AEF35142D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33632" y="419100"/>
            <a:ext cx="2618014" cy="225706"/>
          </a:xfrm>
        </p:spPr>
        <p:txBody>
          <a:bodyPr/>
          <a:lstStyle/>
          <a:p>
            <a:r>
              <a:rPr lang="hu-HU" dirty="0"/>
              <a:t>Practice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78602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0524E1-F344-2593-777A-6BF02E6189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4">
            <a:extLst>
              <a:ext uri="{FF2B5EF4-FFF2-40B4-BE49-F238E27FC236}">
                <a16:creationId xmlns:a16="http://schemas.microsoft.com/office/drawing/2014/main" id="{EFC18B8E-E76E-6E1C-4D19-FA892EC5353F}"/>
              </a:ext>
            </a:extLst>
          </p:cNvPr>
          <p:cNvSpPr txBox="1">
            <a:spLocks/>
          </p:cNvSpPr>
          <p:nvPr/>
        </p:nvSpPr>
        <p:spPr>
          <a:xfrm>
            <a:off x="622039" y="749252"/>
            <a:ext cx="10098970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b="1" i="0" kern="120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sz="6000" b="0" dirty="0">
                <a:solidFill>
                  <a:schemeClr val="bg1"/>
                </a:solidFill>
                <a:latin typeface="Calibri Light" panose="020F0302020204030204" pitchFamily="34" charset="0"/>
              </a:rPr>
              <a:t>Virtual DOM and Rendering</a:t>
            </a:r>
            <a:endParaRPr lang="en-US" sz="6000" b="0" dirty="0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sp>
        <p:nvSpPr>
          <p:cNvPr id="8" name="Title 4">
            <a:extLst>
              <a:ext uri="{FF2B5EF4-FFF2-40B4-BE49-F238E27FC236}">
                <a16:creationId xmlns:a16="http://schemas.microsoft.com/office/drawing/2014/main" id="{C279F3B5-E6BB-9FCC-CFAA-97B51E1EC376}"/>
              </a:ext>
            </a:extLst>
          </p:cNvPr>
          <p:cNvSpPr txBox="1">
            <a:spLocks/>
          </p:cNvSpPr>
          <p:nvPr/>
        </p:nvSpPr>
        <p:spPr>
          <a:xfrm>
            <a:off x="621225" y="2136338"/>
            <a:ext cx="8019192" cy="7386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b="1" i="0" kern="120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b="0" dirty="0">
                <a:solidFill>
                  <a:schemeClr val="bg1"/>
                </a:solidFill>
                <a:latin typeface="Calibri Light" panose="020F0302020204030204" pitchFamily="34" charset="0"/>
              </a:rPr>
              <a:t>Memory-based representation of the DOM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b="0" dirty="0">
                <a:solidFill>
                  <a:schemeClr val="bg1"/>
                </a:solidFill>
                <a:latin typeface="Calibri Light" panose="020F0302020204030204" pitchFamily="34" charset="0"/>
              </a:rPr>
              <a:t>Diffing algorithm for minimal real DOM updates</a:t>
            </a:r>
          </a:p>
        </p:txBody>
      </p:sp>
    </p:spTree>
    <p:extLst>
      <p:ext uri="{BB962C8B-B14F-4D97-AF65-F5344CB8AC3E}">
        <p14:creationId xmlns:p14="http://schemas.microsoft.com/office/powerpoint/2010/main" val="904089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DDC346-DED3-ED5B-3853-0F49C2A27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4">
            <a:extLst>
              <a:ext uri="{FF2B5EF4-FFF2-40B4-BE49-F238E27FC236}">
                <a16:creationId xmlns:a16="http://schemas.microsoft.com/office/drawing/2014/main" id="{A65D5EFE-A157-99FE-C673-2B0DF8ECCC49}"/>
              </a:ext>
            </a:extLst>
          </p:cNvPr>
          <p:cNvSpPr txBox="1">
            <a:spLocks/>
          </p:cNvSpPr>
          <p:nvPr/>
        </p:nvSpPr>
        <p:spPr>
          <a:xfrm>
            <a:off x="622039" y="749252"/>
            <a:ext cx="9237998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b="1" i="0" kern="120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sz="6000" b="0" dirty="0">
                <a:solidFill>
                  <a:schemeClr val="bg1"/>
                </a:solidFill>
                <a:latin typeface="Calibri Light" panose="020F0302020204030204" pitchFamily="34" charset="0"/>
              </a:rPr>
              <a:t>State and Props</a:t>
            </a:r>
            <a:endParaRPr lang="en-US" sz="6000" b="0" dirty="0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sp>
        <p:nvSpPr>
          <p:cNvPr id="8" name="Title 4">
            <a:extLst>
              <a:ext uri="{FF2B5EF4-FFF2-40B4-BE49-F238E27FC236}">
                <a16:creationId xmlns:a16="http://schemas.microsoft.com/office/drawing/2014/main" id="{EF158E17-DB9B-6789-EE3C-7FB2015FFDA7}"/>
              </a:ext>
            </a:extLst>
          </p:cNvPr>
          <p:cNvSpPr txBox="1">
            <a:spLocks/>
          </p:cNvSpPr>
          <p:nvPr/>
        </p:nvSpPr>
        <p:spPr>
          <a:xfrm>
            <a:off x="621224" y="2136338"/>
            <a:ext cx="8058949" cy="11079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b="1" i="0" kern="120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b="0" dirty="0">
                <a:solidFill>
                  <a:schemeClr val="bg1"/>
                </a:solidFill>
                <a:latin typeface="Calibri Light" panose="020F0302020204030204" pitchFamily="34" charset="0"/>
              </a:rPr>
              <a:t>State: internal component data (</a:t>
            </a:r>
            <a:r>
              <a:rPr lang="en-US" sz="2400" b="0" dirty="0" err="1">
                <a:solidFill>
                  <a:schemeClr val="bg1"/>
                </a:solidFill>
                <a:latin typeface="Calibri Light" panose="020F0302020204030204" pitchFamily="34" charset="0"/>
              </a:rPr>
              <a:t>useState</a:t>
            </a:r>
            <a:r>
              <a:rPr lang="en-US" sz="2400" b="0" dirty="0">
                <a:solidFill>
                  <a:schemeClr val="bg1"/>
                </a:solidFill>
                <a:latin typeface="Calibri Light" panose="020F0302020204030204" pitchFamily="34" charset="0"/>
              </a:rPr>
              <a:t>)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b="0" dirty="0">
                <a:solidFill>
                  <a:schemeClr val="bg1"/>
                </a:solidFill>
                <a:latin typeface="Calibri Light" panose="020F0302020204030204" pitchFamily="34" charset="0"/>
              </a:rPr>
              <a:t>Props: data passed from parent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b="0" dirty="0">
                <a:solidFill>
                  <a:schemeClr val="bg1"/>
                </a:solidFill>
                <a:latin typeface="Calibri Light" panose="020F0302020204030204" pitchFamily="34" charset="0"/>
              </a:rPr>
              <a:t>Unidirectional data flow</a:t>
            </a:r>
          </a:p>
        </p:txBody>
      </p:sp>
    </p:spTree>
    <p:extLst>
      <p:ext uri="{BB962C8B-B14F-4D97-AF65-F5344CB8AC3E}">
        <p14:creationId xmlns:p14="http://schemas.microsoft.com/office/powerpoint/2010/main" val="32268158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4D2EA3-7993-27DC-3A2A-4E8188994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32E0813-B440-0E80-7306-9B69706F71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1840706"/>
            <a:ext cx="8763000" cy="3176588"/>
          </a:xfrm>
          <a:prstGeom prst="rect">
            <a:avLst/>
          </a:prstGeom>
          <a:noFill/>
        </p:spPr>
      </p:pic>
      <p:sp>
        <p:nvSpPr>
          <p:cNvPr id="6" name="Title 4">
            <a:extLst>
              <a:ext uri="{FF2B5EF4-FFF2-40B4-BE49-F238E27FC236}">
                <a16:creationId xmlns:a16="http://schemas.microsoft.com/office/drawing/2014/main" id="{11C1D6AB-C964-C74B-B819-567C67B9BE03}"/>
              </a:ext>
            </a:extLst>
          </p:cNvPr>
          <p:cNvSpPr txBox="1">
            <a:spLocks/>
          </p:cNvSpPr>
          <p:nvPr/>
        </p:nvSpPr>
        <p:spPr>
          <a:xfrm>
            <a:off x="633632" y="722843"/>
            <a:ext cx="2618014" cy="33855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b="1" i="0" kern="120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>
                <a:solidFill>
                  <a:schemeClr val="bg1"/>
                </a:solidFill>
              </a:rPr>
              <a:t>State and Props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6C0429FB-724A-258D-F750-0C7F3D02901A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33632" y="419100"/>
            <a:ext cx="2618014" cy="225706"/>
          </a:xfrm>
        </p:spPr>
        <p:txBody>
          <a:bodyPr/>
          <a:lstStyle/>
          <a:p>
            <a:r>
              <a:rPr lang="hu-HU" dirty="0"/>
              <a:t>Practice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38736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EBAF1D-1699-4BD0-8A43-29C848126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4">
            <a:extLst>
              <a:ext uri="{FF2B5EF4-FFF2-40B4-BE49-F238E27FC236}">
                <a16:creationId xmlns:a16="http://schemas.microsoft.com/office/drawing/2014/main" id="{4D399297-40EF-EE32-D0A8-4AED9215E9D6}"/>
              </a:ext>
            </a:extLst>
          </p:cNvPr>
          <p:cNvSpPr txBox="1">
            <a:spLocks/>
          </p:cNvSpPr>
          <p:nvPr/>
        </p:nvSpPr>
        <p:spPr>
          <a:xfrm>
            <a:off x="622038" y="749252"/>
            <a:ext cx="11132640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b="1" i="0" kern="120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hu-HU" sz="6000" b="0" dirty="0">
                <a:solidFill>
                  <a:schemeClr val="bg1"/>
                </a:solidFill>
                <a:latin typeface="Calibri Light" panose="020F0302020204030204" pitchFamily="34" charset="0"/>
              </a:rPr>
              <a:t>useEffect and Side Effects</a:t>
            </a:r>
            <a:endParaRPr lang="en-US" sz="6000" b="0" dirty="0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sp>
        <p:nvSpPr>
          <p:cNvPr id="8" name="Title 4">
            <a:extLst>
              <a:ext uri="{FF2B5EF4-FFF2-40B4-BE49-F238E27FC236}">
                <a16:creationId xmlns:a16="http://schemas.microsoft.com/office/drawing/2014/main" id="{2E7F18D8-084C-8010-E8CB-FD1494D8AFB0}"/>
              </a:ext>
            </a:extLst>
          </p:cNvPr>
          <p:cNvSpPr txBox="1">
            <a:spLocks/>
          </p:cNvSpPr>
          <p:nvPr/>
        </p:nvSpPr>
        <p:spPr>
          <a:xfrm>
            <a:off x="621224" y="2136338"/>
            <a:ext cx="8058949" cy="11079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b="1" i="0" kern="120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b="0" dirty="0">
                <a:solidFill>
                  <a:schemeClr val="bg1"/>
                </a:solidFill>
                <a:latin typeface="Calibri Light" panose="020F0302020204030204" pitchFamily="34" charset="0"/>
              </a:rPr>
              <a:t>Manages lifecycle events (API calls, timers)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b="0" dirty="0">
                <a:solidFill>
                  <a:schemeClr val="bg1"/>
                </a:solidFill>
                <a:latin typeface="Calibri Light" panose="020F0302020204030204" pitchFamily="34" charset="0"/>
              </a:rPr>
              <a:t>Cleanup functions</a:t>
            </a:r>
          </a:p>
          <a:p>
            <a:endParaRPr lang="en-US" sz="2400" b="0" dirty="0">
              <a:solidFill>
                <a:schemeClr val="bg1"/>
              </a:solidFill>
              <a:latin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61963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384DDD-F3F1-7ACA-E576-0050DC187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DA7FE7F-ADE6-E068-F7CD-91921D8BA1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343987"/>
            <a:ext cx="8763000" cy="6170025"/>
          </a:xfrm>
          <a:prstGeom prst="rect">
            <a:avLst/>
          </a:prstGeom>
          <a:noFill/>
        </p:spPr>
      </p:pic>
      <p:sp>
        <p:nvSpPr>
          <p:cNvPr id="6" name="Title 4">
            <a:extLst>
              <a:ext uri="{FF2B5EF4-FFF2-40B4-BE49-F238E27FC236}">
                <a16:creationId xmlns:a16="http://schemas.microsoft.com/office/drawing/2014/main" id="{C8B04AD5-794D-43C6-9E4F-392DAE335F8D}"/>
              </a:ext>
            </a:extLst>
          </p:cNvPr>
          <p:cNvSpPr txBox="1">
            <a:spLocks/>
          </p:cNvSpPr>
          <p:nvPr/>
        </p:nvSpPr>
        <p:spPr>
          <a:xfrm>
            <a:off x="633632" y="722843"/>
            <a:ext cx="2618014" cy="33855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b="1" i="0" kern="120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>
              <a:lnSpc>
                <a:spcPct val="9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900">
                <a:solidFill>
                  <a:schemeClr val="bg1"/>
                </a:solidFill>
              </a:rPr>
              <a:t>useEffect and Side Effects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ADD8A7B1-F12A-E0A7-7B3F-BDE3C5EDC9D6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33632" y="419100"/>
            <a:ext cx="2618014" cy="225706"/>
          </a:xfrm>
        </p:spPr>
        <p:txBody>
          <a:bodyPr/>
          <a:lstStyle/>
          <a:p>
            <a:r>
              <a:rPr lang="hu-HU" dirty="0"/>
              <a:t>Practice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0348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D83FD0-5A92-FFED-A9D3-B5F964D5F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4">
            <a:extLst>
              <a:ext uri="{FF2B5EF4-FFF2-40B4-BE49-F238E27FC236}">
                <a16:creationId xmlns:a16="http://schemas.microsoft.com/office/drawing/2014/main" id="{090BAA30-D7F6-0782-2DF9-891C488F3ACF}"/>
              </a:ext>
            </a:extLst>
          </p:cNvPr>
          <p:cNvSpPr txBox="1">
            <a:spLocks/>
          </p:cNvSpPr>
          <p:nvPr/>
        </p:nvSpPr>
        <p:spPr>
          <a:xfrm>
            <a:off x="622038" y="749252"/>
            <a:ext cx="10032709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b="1" i="0" kern="120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sz="6000" b="0" dirty="0">
                <a:solidFill>
                  <a:schemeClr val="bg1"/>
                </a:solidFill>
                <a:latin typeface="Calibri Light" panose="020F0302020204030204" pitchFamily="34" charset="0"/>
              </a:rPr>
              <a:t>Event Handling</a:t>
            </a:r>
            <a:endParaRPr lang="en-US" sz="6000" b="0" dirty="0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sp>
        <p:nvSpPr>
          <p:cNvPr id="8" name="Title 4">
            <a:extLst>
              <a:ext uri="{FF2B5EF4-FFF2-40B4-BE49-F238E27FC236}">
                <a16:creationId xmlns:a16="http://schemas.microsoft.com/office/drawing/2014/main" id="{5D72517A-E987-9565-5E26-1CF9DBA82D4A}"/>
              </a:ext>
            </a:extLst>
          </p:cNvPr>
          <p:cNvSpPr txBox="1">
            <a:spLocks/>
          </p:cNvSpPr>
          <p:nvPr/>
        </p:nvSpPr>
        <p:spPr>
          <a:xfrm>
            <a:off x="621224" y="2136338"/>
            <a:ext cx="8058949" cy="147732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b="1" i="0" kern="120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b="0" dirty="0">
                <a:solidFill>
                  <a:schemeClr val="bg1"/>
                </a:solidFill>
                <a:latin typeface="Calibri Light" panose="020F0302020204030204" pitchFamily="34" charset="0"/>
              </a:rPr>
              <a:t>Synthetic Events in React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b="0" dirty="0">
                <a:solidFill>
                  <a:schemeClr val="bg1"/>
                </a:solidFill>
                <a:latin typeface="Calibri Light" panose="020F0302020204030204" pitchFamily="34" charset="0"/>
              </a:rPr>
              <a:t>Common event handlers: </a:t>
            </a:r>
            <a:r>
              <a:rPr lang="en-US" sz="2400" b="0" dirty="0" err="1">
                <a:solidFill>
                  <a:schemeClr val="bg1"/>
                </a:solidFill>
                <a:latin typeface="Calibri Light" panose="020F0302020204030204" pitchFamily="34" charset="0"/>
              </a:rPr>
              <a:t>onClick</a:t>
            </a:r>
            <a:r>
              <a:rPr lang="en-US" sz="2400" b="0" dirty="0">
                <a:solidFill>
                  <a:schemeClr val="bg1"/>
                </a:solidFill>
                <a:latin typeface="Calibri Light" panose="020F0302020204030204" pitchFamily="34" charset="0"/>
              </a:rPr>
              <a:t>, </a:t>
            </a:r>
            <a:r>
              <a:rPr lang="en-US" sz="2400" b="0" dirty="0" err="1">
                <a:solidFill>
                  <a:schemeClr val="bg1"/>
                </a:solidFill>
                <a:latin typeface="Calibri Light" panose="020F0302020204030204" pitchFamily="34" charset="0"/>
              </a:rPr>
              <a:t>onChange</a:t>
            </a:r>
            <a:r>
              <a:rPr lang="en-US" sz="2400" b="0" dirty="0">
                <a:solidFill>
                  <a:schemeClr val="bg1"/>
                </a:solidFill>
                <a:latin typeface="Calibri Light" panose="020F0302020204030204" pitchFamily="34" charset="0"/>
              </a:rPr>
              <a:t>, </a:t>
            </a:r>
            <a:r>
              <a:rPr lang="en-US" sz="2400" b="0" dirty="0" err="1">
                <a:solidFill>
                  <a:schemeClr val="bg1"/>
                </a:solidFill>
                <a:latin typeface="Calibri Light" panose="020F0302020204030204" pitchFamily="34" charset="0"/>
              </a:rPr>
              <a:t>onSubmit</a:t>
            </a:r>
            <a:endParaRPr lang="en-US" sz="2400" b="0" dirty="0">
              <a:solidFill>
                <a:schemeClr val="bg1"/>
              </a:solidFill>
              <a:latin typeface="Calibri Light" panose="020F030202020403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b="0" dirty="0">
                <a:solidFill>
                  <a:schemeClr val="bg1"/>
                </a:solidFill>
                <a:latin typeface="Calibri Light" panose="020F0302020204030204" pitchFamily="34" charset="0"/>
              </a:rPr>
              <a:t>Real-time form updates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b="0" dirty="0">
                <a:solidFill>
                  <a:schemeClr val="bg1"/>
                </a:solidFill>
                <a:latin typeface="Calibri Light" panose="020F0302020204030204" pitchFamily="34" charset="0"/>
              </a:rPr>
              <a:t>Keys for list items</a:t>
            </a:r>
          </a:p>
        </p:txBody>
      </p:sp>
    </p:spTree>
    <p:extLst>
      <p:ext uri="{BB962C8B-B14F-4D97-AF65-F5344CB8AC3E}">
        <p14:creationId xmlns:p14="http://schemas.microsoft.com/office/powerpoint/2010/main" val="42824562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236305-CDD5-8F9F-98CA-88115BBE6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F10B13E-2180-F94E-4C9C-62285F217D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672102"/>
            <a:ext cx="8763000" cy="5513796"/>
          </a:xfrm>
          <a:prstGeom prst="rect">
            <a:avLst/>
          </a:prstGeom>
          <a:noFill/>
        </p:spPr>
      </p:pic>
      <p:sp>
        <p:nvSpPr>
          <p:cNvPr id="6" name="Title 4">
            <a:extLst>
              <a:ext uri="{FF2B5EF4-FFF2-40B4-BE49-F238E27FC236}">
                <a16:creationId xmlns:a16="http://schemas.microsoft.com/office/drawing/2014/main" id="{42A2BF95-CC39-6BFA-7CF6-5B6FCB5E27B3}"/>
              </a:ext>
            </a:extLst>
          </p:cNvPr>
          <p:cNvSpPr txBox="1">
            <a:spLocks/>
          </p:cNvSpPr>
          <p:nvPr/>
        </p:nvSpPr>
        <p:spPr>
          <a:xfrm>
            <a:off x="633632" y="722843"/>
            <a:ext cx="2618014" cy="33855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b="1" i="0" kern="120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>
                <a:solidFill>
                  <a:schemeClr val="bg1"/>
                </a:solidFill>
              </a:rPr>
              <a:t>Event Handling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EB4BEF22-5AD7-8558-1AFA-C0791946E9C9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33632" y="419100"/>
            <a:ext cx="2618014" cy="225706"/>
          </a:xfrm>
        </p:spPr>
        <p:txBody>
          <a:bodyPr/>
          <a:lstStyle/>
          <a:p>
            <a:r>
              <a:rPr lang="hu-HU" dirty="0"/>
              <a:t>Practice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09268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FB7681-EA60-3245-12B7-92EF23F4B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4">
            <a:extLst>
              <a:ext uri="{FF2B5EF4-FFF2-40B4-BE49-F238E27FC236}">
                <a16:creationId xmlns:a16="http://schemas.microsoft.com/office/drawing/2014/main" id="{AB593C6B-C053-ACE8-EA21-8DBBC6F5801B}"/>
              </a:ext>
            </a:extLst>
          </p:cNvPr>
          <p:cNvSpPr txBox="1">
            <a:spLocks/>
          </p:cNvSpPr>
          <p:nvPr/>
        </p:nvSpPr>
        <p:spPr>
          <a:xfrm>
            <a:off x="622038" y="749252"/>
            <a:ext cx="11132640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b="1" i="0" kern="120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it-IT" sz="6000" b="0" dirty="0">
                <a:solidFill>
                  <a:schemeClr val="bg1"/>
                </a:solidFill>
                <a:latin typeface="Calibri Light" panose="020F0302020204030204" pitchFamily="34" charset="0"/>
              </a:rPr>
              <a:t>Pure Functions &amp; Memoization</a:t>
            </a:r>
            <a:endParaRPr lang="en-US" sz="6000" b="0" dirty="0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sp>
        <p:nvSpPr>
          <p:cNvPr id="8" name="Title 4">
            <a:extLst>
              <a:ext uri="{FF2B5EF4-FFF2-40B4-BE49-F238E27FC236}">
                <a16:creationId xmlns:a16="http://schemas.microsoft.com/office/drawing/2014/main" id="{B1751261-4B62-880E-825F-F59F5790E70F}"/>
              </a:ext>
            </a:extLst>
          </p:cNvPr>
          <p:cNvSpPr txBox="1">
            <a:spLocks/>
          </p:cNvSpPr>
          <p:nvPr/>
        </p:nvSpPr>
        <p:spPr>
          <a:xfrm>
            <a:off x="621224" y="2136338"/>
            <a:ext cx="8058949" cy="147732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b="1" i="0" kern="120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b="0" dirty="0">
                <a:solidFill>
                  <a:schemeClr val="bg1"/>
                </a:solidFill>
                <a:latin typeface="Calibri Light" panose="020F0302020204030204" pitchFamily="34" charset="0"/>
              </a:rPr>
              <a:t>Pure function </a:t>
            </a:r>
            <a:r>
              <a:rPr lang="hu-HU" sz="2400" b="0" dirty="0">
                <a:solidFill>
                  <a:schemeClr val="bg1"/>
                </a:solidFill>
                <a:latin typeface="Calibri Light" panose="020F0302020204030204" pitchFamily="34" charset="0"/>
              </a:rPr>
              <a:t>- </a:t>
            </a:r>
            <a:r>
              <a:rPr lang="en-US" sz="2400" b="0" dirty="0">
                <a:solidFill>
                  <a:schemeClr val="bg1"/>
                </a:solidFill>
                <a:latin typeface="Calibri Light" panose="020F0302020204030204" pitchFamily="34" charset="0"/>
              </a:rPr>
              <a:t>same input, same output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b="0" dirty="0">
                <a:solidFill>
                  <a:schemeClr val="bg1"/>
                </a:solidFill>
                <a:latin typeface="Calibri Light" panose="020F0302020204030204" pitchFamily="34" charset="0"/>
              </a:rPr>
              <a:t>Avoid redundant computations with </a:t>
            </a:r>
            <a:r>
              <a:rPr lang="en-US" sz="2400" b="0" dirty="0" err="1">
                <a:solidFill>
                  <a:schemeClr val="bg1"/>
                </a:solidFill>
                <a:latin typeface="Calibri Light" panose="020F0302020204030204" pitchFamily="34" charset="0"/>
              </a:rPr>
              <a:t>useMemo</a:t>
            </a:r>
            <a:r>
              <a:rPr lang="en-US" sz="2400" b="0" dirty="0">
                <a:solidFill>
                  <a:schemeClr val="bg1"/>
                </a:solidFill>
                <a:latin typeface="Calibri Light" panose="020F0302020204030204" pitchFamily="34" charset="0"/>
              </a:rPr>
              <a:t>, </a:t>
            </a:r>
            <a:r>
              <a:rPr lang="en-US" sz="2400" b="0" dirty="0" err="1">
                <a:solidFill>
                  <a:schemeClr val="bg1"/>
                </a:solidFill>
                <a:latin typeface="Calibri Light" panose="020F0302020204030204" pitchFamily="34" charset="0"/>
              </a:rPr>
              <a:t>React.memo</a:t>
            </a:r>
            <a:endParaRPr lang="en-US" sz="2400" b="0" dirty="0">
              <a:solidFill>
                <a:schemeClr val="bg1"/>
              </a:solidFill>
              <a:latin typeface="Calibri Light" panose="020F030202020403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b="0" dirty="0">
                <a:solidFill>
                  <a:schemeClr val="bg1"/>
                </a:solidFill>
                <a:latin typeface="Calibri Light" panose="020F0302020204030204" pitchFamily="34" charset="0"/>
              </a:rPr>
              <a:t>Example: heavy calculation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b="0" dirty="0" err="1">
                <a:solidFill>
                  <a:schemeClr val="bg1"/>
                </a:solidFill>
                <a:latin typeface="Calibri Light" panose="020F0302020204030204" pitchFamily="34" charset="0"/>
              </a:rPr>
              <a:t>Memoization</a:t>
            </a:r>
            <a:r>
              <a:rPr lang="en-US" sz="2400" b="0" dirty="0">
                <a:solidFill>
                  <a:schemeClr val="bg1"/>
                </a:solidFill>
                <a:latin typeface="Calibri Light" panose="020F0302020204030204" pitchFamily="34" charset="0"/>
              </a:rPr>
              <a:t> basics</a:t>
            </a:r>
          </a:p>
        </p:txBody>
      </p:sp>
    </p:spTree>
    <p:extLst>
      <p:ext uri="{BB962C8B-B14F-4D97-AF65-F5344CB8AC3E}">
        <p14:creationId xmlns:p14="http://schemas.microsoft.com/office/powerpoint/2010/main" val="5806487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906465-5E59-5007-F5B1-E87334BC5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D1AB0EE-0036-AE18-CE25-2239E31BBE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1482572"/>
            <a:ext cx="8763000" cy="3892856"/>
          </a:xfrm>
          <a:prstGeom prst="rect">
            <a:avLst/>
          </a:prstGeom>
          <a:noFill/>
        </p:spPr>
      </p:pic>
      <p:sp>
        <p:nvSpPr>
          <p:cNvPr id="6" name="Title 4">
            <a:extLst>
              <a:ext uri="{FF2B5EF4-FFF2-40B4-BE49-F238E27FC236}">
                <a16:creationId xmlns:a16="http://schemas.microsoft.com/office/drawing/2014/main" id="{8D079F06-01C3-DAC3-5734-C00BAB40987A}"/>
              </a:ext>
            </a:extLst>
          </p:cNvPr>
          <p:cNvSpPr txBox="1">
            <a:spLocks/>
          </p:cNvSpPr>
          <p:nvPr/>
        </p:nvSpPr>
        <p:spPr>
          <a:xfrm>
            <a:off x="633632" y="722843"/>
            <a:ext cx="2618014" cy="33855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b="1" i="0" kern="120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>
              <a:lnSpc>
                <a:spcPct val="9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500">
                <a:solidFill>
                  <a:schemeClr val="bg1"/>
                </a:solidFill>
              </a:rPr>
              <a:t>Pure Functions &amp; Memoization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535E9D0F-E1C7-A7EC-6B12-4C9ED8C6334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33632" y="419100"/>
            <a:ext cx="2618014" cy="225706"/>
          </a:xfrm>
        </p:spPr>
        <p:txBody>
          <a:bodyPr/>
          <a:lstStyle/>
          <a:p>
            <a:r>
              <a:rPr lang="hu-HU" dirty="0"/>
              <a:t>Practice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18279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538F6D-4696-CD80-238A-DE7F038D1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4">
            <a:extLst>
              <a:ext uri="{FF2B5EF4-FFF2-40B4-BE49-F238E27FC236}">
                <a16:creationId xmlns:a16="http://schemas.microsoft.com/office/drawing/2014/main" id="{860B6BB2-04EA-4ADB-6424-9C94A4E22991}"/>
              </a:ext>
            </a:extLst>
          </p:cNvPr>
          <p:cNvSpPr txBox="1">
            <a:spLocks/>
          </p:cNvSpPr>
          <p:nvPr/>
        </p:nvSpPr>
        <p:spPr>
          <a:xfrm>
            <a:off x="622038" y="749252"/>
            <a:ext cx="11132640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b="1" i="0" kern="120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sz="6000" b="0" dirty="0">
                <a:solidFill>
                  <a:schemeClr val="bg1"/>
                </a:solidFill>
                <a:latin typeface="Calibri Light" panose="020F0302020204030204" pitchFamily="34" charset="0"/>
              </a:rPr>
              <a:t>Rendering Lists (and Arrays)</a:t>
            </a:r>
            <a:endParaRPr lang="en-US" sz="6000" b="0" dirty="0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sp>
        <p:nvSpPr>
          <p:cNvPr id="8" name="Title 4">
            <a:extLst>
              <a:ext uri="{FF2B5EF4-FFF2-40B4-BE49-F238E27FC236}">
                <a16:creationId xmlns:a16="http://schemas.microsoft.com/office/drawing/2014/main" id="{7D01CFB2-3594-67E4-B3D2-6B4946715EB0}"/>
              </a:ext>
            </a:extLst>
          </p:cNvPr>
          <p:cNvSpPr txBox="1">
            <a:spLocks/>
          </p:cNvSpPr>
          <p:nvPr/>
        </p:nvSpPr>
        <p:spPr>
          <a:xfrm>
            <a:off x="621224" y="2136338"/>
            <a:ext cx="8058949" cy="7386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b="1" i="0" kern="120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b="0" dirty="0">
                <a:solidFill>
                  <a:schemeClr val="bg1"/>
                </a:solidFill>
                <a:latin typeface="Calibri Light" panose="020F0302020204030204" pitchFamily="34" charset="0"/>
              </a:rPr>
              <a:t>Using map() to display lists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b="0" dirty="0">
                <a:solidFill>
                  <a:schemeClr val="bg1"/>
                </a:solidFill>
                <a:latin typeface="Calibri Light" panose="020F0302020204030204" pitchFamily="34" charset="0"/>
              </a:rPr>
              <a:t>Keys for efficient updates</a:t>
            </a:r>
          </a:p>
        </p:txBody>
      </p:sp>
    </p:spTree>
    <p:extLst>
      <p:ext uri="{BB962C8B-B14F-4D97-AF65-F5344CB8AC3E}">
        <p14:creationId xmlns:p14="http://schemas.microsoft.com/office/powerpoint/2010/main" val="11690795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3D52FE-38A5-58D6-5A2F-6187A70C6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C10A27F-F8DF-71AA-4656-548FAE0B4B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9994" y="0"/>
            <a:ext cx="8681011" cy="6858000"/>
          </a:xfrm>
          <a:prstGeom prst="rect">
            <a:avLst/>
          </a:prstGeom>
          <a:noFill/>
        </p:spPr>
      </p:pic>
      <p:sp>
        <p:nvSpPr>
          <p:cNvPr id="6" name="Title 4">
            <a:extLst>
              <a:ext uri="{FF2B5EF4-FFF2-40B4-BE49-F238E27FC236}">
                <a16:creationId xmlns:a16="http://schemas.microsoft.com/office/drawing/2014/main" id="{96A7076F-026C-5E61-1108-87EFDA2C1ED2}"/>
              </a:ext>
            </a:extLst>
          </p:cNvPr>
          <p:cNvSpPr txBox="1">
            <a:spLocks/>
          </p:cNvSpPr>
          <p:nvPr/>
        </p:nvSpPr>
        <p:spPr>
          <a:xfrm>
            <a:off x="633632" y="722843"/>
            <a:ext cx="2618014" cy="33855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b="1" i="0" kern="120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>
                <a:solidFill>
                  <a:schemeClr val="bg1"/>
                </a:solidFill>
              </a:rPr>
              <a:t>Rendering Lists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67B4EE0E-DE3A-B2D5-3EDD-24C63125A1D9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33632" y="419100"/>
            <a:ext cx="2618014" cy="225706"/>
          </a:xfrm>
        </p:spPr>
        <p:txBody>
          <a:bodyPr/>
          <a:lstStyle/>
          <a:p>
            <a:r>
              <a:rPr lang="hu-HU" dirty="0"/>
              <a:t>Practice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40581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4511DA-000F-0610-7242-2379A653E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4">
            <a:extLst>
              <a:ext uri="{FF2B5EF4-FFF2-40B4-BE49-F238E27FC236}">
                <a16:creationId xmlns:a16="http://schemas.microsoft.com/office/drawing/2014/main" id="{A2674142-1C62-B3F0-125F-EA2CB56A6887}"/>
              </a:ext>
            </a:extLst>
          </p:cNvPr>
          <p:cNvSpPr txBox="1">
            <a:spLocks/>
          </p:cNvSpPr>
          <p:nvPr/>
        </p:nvSpPr>
        <p:spPr>
          <a:xfrm>
            <a:off x="622038" y="749252"/>
            <a:ext cx="11132640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b="1" i="0" kern="120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sz="6000" b="0" dirty="0">
                <a:solidFill>
                  <a:schemeClr val="bg1"/>
                </a:solidFill>
                <a:latin typeface="Calibri Light" panose="020F0302020204030204" pitchFamily="34" charset="0"/>
              </a:rPr>
              <a:t>React </a:t>
            </a:r>
            <a:r>
              <a:rPr lang="en-US" sz="6000" b="0" dirty="0" err="1">
                <a:solidFill>
                  <a:schemeClr val="bg1"/>
                </a:solidFill>
                <a:latin typeface="Calibri Light" panose="020F0302020204030204" pitchFamily="34" charset="0"/>
              </a:rPr>
              <a:t>DevTools</a:t>
            </a:r>
            <a:endParaRPr lang="en-US" sz="6000" b="0" dirty="0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sp>
        <p:nvSpPr>
          <p:cNvPr id="8" name="Title 4">
            <a:extLst>
              <a:ext uri="{FF2B5EF4-FFF2-40B4-BE49-F238E27FC236}">
                <a16:creationId xmlns:a16="http://schemas.microsoft.com/office/drawing/2014/main" id="{02BC74C4-04E2-FD48-F28A-6DBEF66FEA2C}"/>
              </a:ext>
            </a:extLst>
          </p:cNvPr>
          <p:cNvSpPr txBox="1">
            <a:spLocks/>
          </p:cNvSpPr>
          <p:nvPr/>
        </p:nvSpPr>
        <p:spPr>
          <a:xfrm>
            <a:off x="621224" y="2136338"/>
            <a:ext cx="8058949" cy="11079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b="1" i="0" kern="120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b="0" dirty="0">
                <a:solidFill>
                  <a:schemeClr val="bg1"/>
                </a:solidFill>
                <a:latin typeface="Calibri Light" panose="020F0302020204030204" pitchFamily="34" charset="0"/>
              </a:rPr>
              <a:t>Inspect component tree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b="0" dirty="0">
                <a:solidFill>
                  <a:schemeClr val="bg1"/>
                </a:solidFill>
                <a:latin typeface="Calibri Light" panose="020F0302020204030204" pitchFamily="34" charset="0"/>
              </a:rPr>
              <a:t>Check state, props, performance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b="0" dirty="0">
                <a:solidFill>
                  <a:schemeClr val="bg1"/>
                </a:solidFill>
                <a:latin typeface="Calibri Light" panose="020F0302020204030204" pitchFamily="34" charset="0"/>
              </a:rPr>
              <a:t>Profiler tab for optimizing</a:t>
            </a:r>
          </a:p>
        </p:txBody>
      </p:sp>
    </p:spTree>
    <p:extLst>
      <p:ext uri="{BB962C8B-B14F-4D97-AF65-F5344CB8AC3E}">
        <p14:creationId xmlns:p14="http://schemas.microsoft.com/office/powerpoint/2010/main" val="38504413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3E818F59-47CE-7E82-AC3D-602B358666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0" y="1656032"/>
            <a:ext cx="4648200" cy="1107996"/>
          </a:xfrm>
        </p:spPr>
        <p:txBody>
          <a:bodyPr/>
          <a:lstStyle/>
          <a:p>
            <a:r>
              <a:rPr lang="en-US" dirty="0"/>
              <a:t>Thank you!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97C963-C45E-8DC3-066A-7BB2835441C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47700" y="3429000"/>
            <a:ext cx="3827462" cy="257250"/>
          </a:xfrm>
        </p:spPr>
        <p:txBody>
          <a:bodyPr>
            <a:normAutofit/>
          </a:bodyPr>
          <a:lstStyle/>
          <a:p>
            <a:r>
              <a:rPr lang="en-US" dirty="0"/>
              <a:t>For more information, contact</a:t>
            </a:r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11E54A-3D4E-4CEB-8677-FDEEA0851CF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7700" y="3990209"/>
            <a:ext cx="3827462" cy="289438"/>
          </a:xfrm>
        </p:spPr>
        <p:txBody>
          <a:bodyPr>
            <a:normAutofit/>
          </a:bodyPr>
          <a:lstStyle/>
          <a:p>
            <a:r>
              <a:rPr lang="hu-HU" dirty="0"/>
              <a:t>Forray  Mihály</a:t>
            </a:r>
            <a:endParaRPr lang="en-US" dirty="0"/>
          </a:p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2FD2460-84DE-8FFB-A283-3FC73C6AA53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7700" y="4348630"/>
            <a:ext cx="3827462" cy="225126"/>
          </a:xfrm>
        </p:spPr>
        <p:txBody>
          <a:bodyPr>
            <a:normAutofit/>
          </a:bodyPr>
          <a:lstStyle/>
          <a:p>
            <a:r>
              <a:rPr lang="hu-HU" dirty="0"/>
              <a:t>Lead Software Engineer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15146A9-8D16-8589-E054-8910EE14957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7700" y="4877715"/>
            <a:ext cx="3827462" cy="225126"/>
          </a:xfrm>
        </p:spPr>
        <p:txBody>
          <a:bodyPr>
            <a:normAutofit/>
          </a:bodyPr>
          <a:lstStyle/>
          <a:p>
            <a:r>
              <a:rPr lang="hu-HU" dirty="0"/>
              <a:t>Mihaly_Forray</a:t>
            </a:r>
            <a:r>
              <a:rPr lang="en-US" dirty="0"/>
              <a:t>@epam.com</a:t>
            </a:r>
          </a:p>
          <a:p>
            <a:endParaRPr lang="en-US" dirty="0"/>
          </a:p>
        </p:txBody>
      </p:sp>
      <p:pic>
        <p:nvPicPr>
          <p:cNvPr id="11" name="Picture Placeholder 11" descr="A picture containing invertebrate, bright&#10;&#10;Description automatically generated">
            <a:extLst>
              <a:ext uri="{FF2B5EF4-FFF2-40B4-BE49-F238E27FC236}">
                <a16:creationId xmlns:a16="http://schemas.microsoft.com/office/drawing/2014/main" id="{D7047CEB-1974-4D38-9625-9C9B458AC109}"/>
              </a:ext>
            </a:extLst>
          </p:cNvPr>
          <p:cNvPicPr>
            <a:picLocks noGrp="1" noChangeAspect="1"/>
          </p:cNvPicPr>
          <p:nvPr>
            <p:ph type="pic" sz="quarter" idx="24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3" b="23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176260237"/>
      </p:ext>
    </p:extLst>
  </p:cSld>
  <p:clrMapOvr>
    <a:masterClrMapping/>
  </p:clrMapOvr>
</p:sld>
</file>

<file path=ppt/theme/theme1.xml><?xml version="1.0" encoding="utf-8"?>
<a:theme xmlns:a="http://schemas.openxmlformats.org/drawingml/2006/main" name="EPAM Master Dark 2023.1">
  <a:themeElements>
    <a:clrScheme name="EPAM Dark Palette">
      <a:dk1>
        <a:srgbClr val="000000"/>
      </a:dk1>
      <a:lt1>
        <a:srgbClr val="FFFFFF"/>
      </a:lt1>
      <a:dk2>
        <a:srgbClr val="A0A0A0"/>
      </a:dk2>
      <a:lt2>
        <a:srgbClr val="FBFAFA"/>
      </a:lt2>
      <a:accent1>
        <a:srgbClr val="161616"/>
      </a:accent1>
      <a:accent2>
        <a:srgbClr val="00F6FF"/>
      </a:accent2>
      <a:accent3>
        <a:srgbClr val="B896FF"/>
      </a:accent3>
      <a:accent4>
        <a:srgbClr val="7BA8FF"/>
      </a:accent4>
      <a:accent5>
        <a:srgbClr val="418DFF"/>
      </a:accent5>
      <a:accent6>
        <a:srgbClr val="00F3AB"/>
      </a:accent6>
      <a:hlink>
        <a:srgbClr val="060606"/>
      </a:hlink>
      <a:folHlink>
        <a:srgbClr val="000000"/>
      </a:folHlink>
    </a:clrScheme>
    <a:fontScheme name="EPAM">
      <a:majorFont>
        <a:latin typeface="Calibri Bold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</a:ln>
        <a:effectLst/>
      </a:spPr>
      <a:bodyPr wrap="none" rtlCol="0" anchor="ctr"/>
      <a:lstStyle>
        <a:defPPr algn="ctr">
          <a:defRPr sz="2400" dirty="0" err="1" smtClean="0">
            <a:solidFill>
              <a:schemeClr val="bg1"/>
            </a:solidFill>
            <a:latin typeface="Calibri Light" panose="020F0302020204030204" pitchFamily="34" charset="0"/>
            <a:ea typeface="Human Sans ExtraLight" charset="0"/>
            <a:cs typeface="Human Sans ExtraLight" charset="0"/>
          </a:defRPr>
        </a:defPPr>
      </a:lstStyle>
    </a:spDef>
    <a:lnDef>
      <a:spPr>
        <a:ln w="6350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>
          <a:lnSpc>
            <a:spcPct val="110000"/>
          </a:lnSpc>
          <a:spcBef>
            <a:spcPts val="600"/>
          </a:spcBef>
          <a:defRPr sz="1200" dirty="0" err="1" smtClean="0">
            <a:ea typeface="Human Sans" charset="0"/>
            <a:cs typeface="Human Sans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Continuum_Master_v1.1" id="{D2F91407-39AD-2344-8F42-01B4155FF2FD}" vid="{09F1F252-BD3A-0A45-9F6B-518524EA322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5760</TotalTime>
  <Words>354</Words>
  <Application>Microsoft Office PowerPoint</Application>
  <PresentationFormat>Widescreen</PresentationFormat>
  <Paragraphs>96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</vt:lpstr>
      <vt:lpstr>Calibri</vt:lpstr>
      <vt:lpstr>Calibri Light</vt:lpstr>
      <vt:lpstr>Courier New</vt:lpstr>
      <vt:lpstr>Human Sans</vt:lpstr>
      <vt:lpstr>Wingdings</vt:lpstr>
      <vt:lpstr>EPAM Master Dark 2023.1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Palina Vilava</dc:creator>
  <cp:lastModifiedBy>Mihaly Forray</cp:lastModifiedBy>
  <cp:revision>464</cp:revision>
  <cp:lastPrinted>2025-02-16T20:53:39Z</cp:lastPrinted>
  <dcterms:created xsi:type="dcterms:W3CDTF">2020-10-26T14:33:58Z</dcterms:created>
  <dcterms:modified xsi:type="dcterms:W3CDTF">2025-03-11T13:05:13Z</dcterms:modified>
</cp:coreProperties>
</file>