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32"/>
  </p:notesMasterIdLst>
  <p:handoutMasterIdLst>
    <p:handoutMasterId r:id="rId33"/>
  </p:handoutMasterIdLst>
  <p:sldIdLst>
    <p:sldId id="351" r:id="rId2"/>
    <p:sldId id="455" r:id="rId3"/>
    <p:sldId id="456" r:id="rId4"/>
    <p:sldId id="457" r:id="rId5"/>
    <p:sldId id="465" r:id="rId6"/>
    <p:sldId id="469" r:id="rId7"/>
    <p:sldId id="452" r:id="rId8"/>
    <p:sldId id="458" r:id="rId9"/>
    <p:sldId id="470" r:id="rId10"/>
    <p:sldId id="460" r:id="rId11"/>
    <p:sldId id="461" r:id="rId12"/>
    <p:sldId id="472" r:id="rId13"/>
    <p:sldId id="462" r:id="rId14"/>
    <p:sldId id="463" r:id="rId15"/>
    <p:sldId id="468" r:id="rId16"/>
    <p:sldId id="464" r:id="rId17"/>
    <p:sldId id="467" r:id="rId18"/>
    <p:sldId id="466" r:id="rId19"/>
    <p:sldId id="449" r:id="rId20"/>
    <p:sldId id="482" r:id="rId21"/>
    <p:sldId id="475" r:id="rId22"/>
    <p:sldId id="476" r:id="rId23"/>
    <p:sldId id="474" r:id="rId24"/>
    <p:sldId id="473" r:id="rId25"/>
    <p:sldId id="477" r:id="rId26"/>
    <p:sldId id="478" r:id="rId27"/>
    <p:sldId id="479" r:id="rId28"/>
    <p:sldId id="480" r:id="rId29"/>
    <p:sldId id="481" r:id="rId30"/>
    <p:sldId id="45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96FF"/>
    <a:srgbClr val="00FFF0"/>
    <a:srgbClr val="00F6FF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87" autoAdjust="0"/>
    <p:restoredTop sz="79704" autoAdjust="0"/>
  </p:normalViewPr>
  <p:slideViewPr>
    <p:cSldViewPr snapToGrid="0">
      <p:cViewPr varScale="1">
        <p:scale>
          <a:sx n="101" d="100"/>
          <a:sy n="101" d="100"/>
        </p:scale>
        <p:origin x="40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3875B-08E2-0D2E-A897-FA10D5C4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B011F-A5DD-1CA8-7430-9C1302BF2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1ABBA-92DF-E01F-4027-2E620901A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68801-A1F3-7A07-3AF6-C9FFDD86C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93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CB38-9DDF-D604-7E37-0058F305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9AE97-E8A5-EF1E-8071-29339306D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200B1-7A4E-6089-0690-FA1071A15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2690D-FAA6-BAC3-3656-C1EF050C5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38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7F4A-3AEC-A040-8993-F13459452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D77F4-4D63-6902-B0D2-F1F525451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C3110-106E-0177-DD02-CC11C5765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FE400-E1FF-940E-D576-60A7499D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66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33D8-2E0A-9775-9AA3-9AEC8DDC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E5D31-2F52-DECB-684B-9C44E8896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1C2BE-29D5-3532-72A3-683DA1B59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100"/>
              </a:lnSpc>
            </a:pPr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51DC5-4503-5F10-4E60-F5753AC54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28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C1A9-E308-42FA-D120-FB4CBF4FE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32D85-2C54-B1F0-23E6-D0A07177C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D179F-5BC4-B735-7F40-0D2A43176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6899-273C-B477-0559-50004DA5A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6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2071-6526-736C-D134-DB115EF8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2D183-789D-490D-6FEC-7B8A44870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6B3AB-98BA-71C0-DD7E-D42F0A028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65165-7187-F38B-0E05-06BF58D95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6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74A-9DF9-850D-2968-5C16A8CD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814D3-8926-4A3F-0B81-039B8273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21391-AC5C-98BA-B711-5BB4314CE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ACD80-2D85-1DDC-0366-D9BE18779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9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051C-9B74-E863-F593-FE3B8A9A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CD2C7-9754-741A-6BE4-980D8EFA4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D48ED-897A-FDA8-02E5-23C276E6A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335A0-4586-81E3-61CD-E710311A1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67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B772-3C75-F352-3D8E-60FED5CD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5A9C1-42E2-712B-8C87-0D569AA88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0C6D6-9281-1CD1-6034-B5DB09223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77740-B868-B35E-F755-1E1497491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43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1B57-104C-D27E-4771-7E0374750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EABDC-0115-1DF6-2B33-B69308DF7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EF780-BA81-ECAB-6315-B0A36DE17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99216-4115-E750-74DC-FA6ABA67C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95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584C-A9D4-BADE-0181-F7FDE631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D4DB5-D08C-BD3A-F451-6AD8435B8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03442-B81F-478E-5764-C2FF91BCC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A9C08-7893-9D43-BF25-4B84C02A7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59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9B00-0B77-C024-6ED4-5507DE87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7AB38-67ED-F695-32A2-A5E37E4BC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04725-684C-2D77-1875-023667068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2BDDD-EE54-EA4D-BC27-28A52CE7F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22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FDED6-3AA2-CC41-CFDF-87C27CD5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0A3C1-6261-B227-47E0-19A3D7FCF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58F85-A665-CE5E-91BE-004DC6B86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95024-89B6-ABDD-5D10-0A54724DF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8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15D4-34E0-BF5A-2AFF-751BF840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AE746-5ACB-8569-F2E0-9B3A53F4B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CF136-F04C-D5F2-47A5-4D0B9A911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42DCF-C6CB-C0A1-89B7-AB5F7E777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20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ECDF-B768-9495-0725-B45E75C7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8601E-59D3-7571-0E08-CA0C21EFA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71C0-4486-74DF-61BE-D98334D89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F662E-B0E1-5B84-E8AF-2E76A95A1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52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A8B5-0CEA-CA13-8725-9A3694D8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75AC2-2858-274B-ACCF-422EB5EC2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1CC87-F28D-22BF-FB58-F9B35D7DF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1F07E-BC86-FB25-EABB-6366C393F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6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646E-A657-D293-CC54-3BEB647A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29148-2519-3E38-72DE-B8213155D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42E25-CFD0-0C00-2A35-660A0E6A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F064B-24B8-597D-3DA2-F9BDEE895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637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534D-4431-AFE4-E0F6-07363EB8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142D9-D208-D1D6-CE8C-2FEF32417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66F74-91A4-695F-1849-B43FC840C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57330-B6A5-3D67-29E9-40FFA2261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44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5C5D-8F65-DF60-BF89-81F6B507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28F60-7299-0664-9CB2-818BC8A21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D3FF8-8CD8-C2F9-BFA7-5A3CBE6C0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86092-DBDD-D8C2-68DD-2083133AE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09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F1D6-6F0F-BBFD-149D-6E699D79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2364D-1B4F-C119-0210-5F4064B92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16E37-878F-D7E7-3374-B55421C2A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2AD88-4748-9DE0-0A31-4919EB8E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14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79D7-889A-3B6E-E662-0A40FA9F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2CB71-AEE5-5E29-931A-752DBBDB3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03F3D-28E3-2F90-D3BB-A4F27BE9A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E9F5E-4E90-2D30-D0F8-CC8590BE9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49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24A9-1237-938F-F513-0B27ECB1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5DDAE-2385-8BD9-AFCD-E69AA75D7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AB64E-63CF-D7E5-3DF0-07125E4DF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443FF-34AD-3424-2D7C-789B14BAC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67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5BA9-0E44-4382-F68C-0F11640A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EE65-4B28-98EE-310F-A8018FF77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4CAFF-3241-A18E-C4B1-E0B464EC5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A2FEC-5CE9-D485-2CD4-909FEFEB7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510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9618-5964-B688-B73C-D6B260F4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0C8F3-9EA9-A17A-8764-E93B95951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D1386-2192-5512-F891-F02015613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19A06-7A20-658E-7BFB-D7C1EEA24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B73C-666B-60B7-EDAF-D3DD43F7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5CF89-B9F7-42D9-B999-CFF328B8B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367F1-176F-1F46-736C-11F23A0C1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98AF8-41FC-AE08-E4A8-A8BD6FE62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216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DCBD-6F6E-188C-1579-F6C5E404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8F9F1-C00E-394C-2F2B-02603FFCD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8829B-2F5B-8B8F-6294-BB603FC07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78E6B-9CE3-09C5-E050-263F047CA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014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1D5C-D22E-5F9C-DACE-BAC7C9C5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D071C-4688-3F36-828C-F25A13CBB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70BD9-8824-EC87-7DDB-EFC12ECB7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9F5A0-F9C4-E795-C92E-155E5665A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81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0C53-930C-2B79-8D4D-0DA0E52D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597A8-E721-2846-7144-5B8794C34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D300E-638A-DEB2-A4CB-D1EBC36A7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28BF-39B4-86EA-380D-3DC9045CF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44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0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MARCH</a:t>
            </a:r>
            <a:r>
              <a:rPr lang="en-US" dirty="0"/>
              <a:t> 202</a:t>
            </a:r>
            <a:r>
              <a:rPr lang="hu-HU" dirty="0"/>
              <a:t>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823" y="1641238"/>
            <a:ext cx="10169829" cy="2111091"/>
          </a:xfrm>
        </p:spPr>
        <p:txBody>
          <a:bodyPr/>
          <a:lstStyle/>
          <a:p>
            <a:r>
              <a:rPr lang="en-GB" dirty="0"/>
              <a:t>React.js Routing &amp; Store &amp; Optimization</a:t>
            </a:r>
            <a:endParaRPr lang="en-US" dirty="0">
              <a:gradFill>
                <a:gsLst>
                  <a:gs pos="0">
                    <a:srgbClr val="00FFF0"/>
                  </a:gs>
                  <a:gs pos="72000">
                    <a:srgbClr val="00F6FF"/>
                  </a:gs>
                  <a:gs pos="100000">
                    <a:srgbClr val="B896FF"/>
                  </a:gs>
                </a:gsLst>
                <a:lin ang="1200000" scaled="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9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0C61C-0D55-F381-0411-3EBA4C12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3FE61F9-58DA-580E-BE00-C39555E319A4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Before React Router: History API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B6A4034-3ACA-5585-0E52-A7FF19A58D7B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7303576" cy="486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is the History API?: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Part of the browser's built-in Web APIs.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Used to manipulate and observe the browser's session history.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Methods in the History API: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`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history.pushState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()`: Adds a new entry to the session history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`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history.replaceState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()`:  Modifies the current history entry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`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window.onpop</a:t>
            </a:r>
            <a:r>
              <a:rPr lang="en-GB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state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`: Handles back/forward navigation events.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‘</a:t>
            </a:r>
            <a:r>
              <a:rPr lang="en-GB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history.back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()’ / ‘</a:t>
            </a:r>
            <a:r>
              <a:rPr lang="en-GB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history.forward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()’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‘</a:t>
            </a:r>
            <a:r>
              <a:rPr lang="en-GB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history.go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(-1)’: move back one page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lvl="1"/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https://developer.mozilla.org/en-US/docs/Web/API/History_API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09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6586E-A2C7-F479-ADB5-C31A04EE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8D4C0CAE-44EB-BEBF-8739-CB353FF74E47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History API: The Drawbacks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04822CB-3007-E13E-8172-B58B05A70D32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7303576" cy="393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You would have to manually update the UI based on the current URL, which gets complicated for apps with many views.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Managing state and navigation logic separately often leads to duplication and errors.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This approach works well for small use cases but doesn't scale well for modern SPAs.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61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0C45D-3366-328B-699B-13B0D31C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BD60F0F-C785-8A07-BB10-948A01CDDB9F}"/>
              </a:ext>
            </a:extLst>
          </p:cNvPr>
          <p:cNvSpPr txBox="1">
            <a:spLocks/>
          </p:cNvSpPr>
          <p:nvPr/>
        </p:nvSpPr>
        <p:spPr>
          <a:xfrm>
            <a:off x="621224" y="659011"/>
            <a:ext cx="10599226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 React Router Builds on History API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324AECF8-94F8-6733-75E1-8A472D038241}"/>
              </a:ext>
            </a:extLst>
          </p:cNvPr>
          <p:cNvSpPr txBox="1">
            <a:spLocks/>
          </p:cNvSpPr>
          <p:nvPr/>
        </p:nvSpPr>
        <p:spPr>
          <a:xfrm>
            <a:off x="621223" y="2136338"/>
            <a:ext cx="8418001" cy="4308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Router is built on top of the browser's History API.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Enhancements: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Automates UI updates based on route changes.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Integrates routing directly with 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React’s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 component-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based architecture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React Router is Better: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Adds abstraction for nested routes, dynamic routing and protected routes.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Simplifies navigation logic with declarative components.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29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5A32-D73A-4B56-E44A-B107B991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3ACBCD22-12B0-4051-D187-3134FEF9ECC9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History API vs React Router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B568149-F753-B772-A204-17D382FA21F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D51549-2129-5A8E-D96E-F630A63E2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200" y="892120"/>
            <a:ext cx="7940839" cy="506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8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7B42-52D8-D96F-73C0-DBAE10A0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168B337-2712-27B2-3853-624866DDD351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History API vs React Router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D64CB0F-65D0-9C5B-1FAD-026EB20DEF4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20E9C0-18C8-10F1-9031-B7A6C4BCE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702" y="892120"/>
            <a:ext cx="7540642" cy="51161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77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FC083-CE4D-26E8-2BD6-04750E6D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BC7A67C-97B4-553B-4656-767ECAD52E8D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is React Router?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E5DA95F-7144-3AB6-E171-238C84CDE081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3262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Router is a library for handling navigation in React applications.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 Features: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Declarative syntax for defining routes.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Components 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like ‘&lt;Routes&gt; ‘ and ‘&lt;Route&gt;’ map URLs to views.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‘&lt;Link&gt;’ for navigation without page reloads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Nested, dynamic and protected routes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8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4692-1C7A-AB29-58FB-CE2F47AC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7BD8CAB-951A-EB3F-62B2-9111A54D510B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Core Concepts of React Router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B639B7B-F6A3-DC92-D095-71F08678A9D1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Main Components: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‘&lt;</a:t>
            </a:r>
            <a:r>
              <a:rPr lang="en-US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BrowserRouter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&gt;’: The routing provider.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‘&lt;Routes&gt;’:  Contains all 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defined routes.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‘&lt;Route&gt;’: Maps a URL to a component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‘&lt;Link&gt;’: Enables navigation without reloading.</a:t>
            </a:r>
            <a:endParaRPr lang="en-US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79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C1A8-00EC-E759-261D-7D866902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E9147DA-6439-613F-CDDF-07AB454E00B5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8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Core Concepts of React Router</a:t>
            </a:r>
            <a:endParaRPr lang="en-US" sz="18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3FEB66A-C0BE-364A-6F0A-B9E6264B13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526485-1CAA-4D23-A61E-FABF622E4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046" y="722843"/>
            <a:ext cx="6175186" cy="513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90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EB66-AF56-D318-7DDF-9F5D5835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7B221AAB-DB3B-50BF-8ADC-A5BE38F10253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Advanced Routing Features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6C1A46D-2396-540F-5ABF-C841218B6F0D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513251" cy="2339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Nested Routes: 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Routes that share layouts or parent components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Dynamic Routes: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Pass parameters like IDs in the URL (e.g. ‘/user/:id’)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74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1A52-3F37-8206-429F-DDF43894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340FE8A-171D-4769-A3D2-C634BB371711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Protected Routes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4344E33-251B-5937-A905-6E218870550B}"/>
              </a:ext>
            </a:extLst>
          </p:cNvPr>
          <p:cNvSpPr txBox="1">
            <a:spLocks/>
          </p:cNvSpPr>
          <p:nvPr/>
        </p:nvSpPr>
        <p:spPr>
          <a:xfrm>
            <a:off x="621223" y="2136338"/>
            <a:ext cx="9561001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Are Protected Routes?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Certain routes should only be accessed by authenticated users (e.g., ‘/dashboard’)</a:t>
            </a:r>
          </a:p>
        </p:txBody>
      </p:sp>
    </p:spTree>
    <p:extLst>
      <p:ext uri="{BB962C8B-B14F-4D97-AF65-F5344CB8AC3E}">
        <p14:creationId xmlns:p14="http://schemas.microsoft.com/office/powerpoint/2010/main" val="31412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36EC-DB86-8D41-BE56-84EAE778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6B7F832D-F6E3-5ED3-2B11-F479BE5EA6EF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8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Protected Routes</a:t>
            </a:r>
            <a:endParaRPr lang="en-US" sz="18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CE2D548-9A3B-2E44-AC34-48F8CA9AD60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33C0E-3E2E-77E2-4B10-110B57B3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842" y="270466"/>
            <a:ext cx="5562685" cy="63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1947-BA9B-0937-CA29-B5440D43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993F9D01-2950-735A-C8FB-CA55C89620CB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redux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DBC2-2201-B64D-F86E-365E1BB4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9AC354C1-8F77-43AB-A468-4C671AE62A78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Do We Need Redux?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152A2EB-83DD-31E8-C16D-DE07D5DD0396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4247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React’s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 Built-In State Management: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State in functional components: ‘</a:t>
            </a:r>
            <a:r>
              <a:rPr lang="en-US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useState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’, ‘</a:t>
            </a:r>
            <a:r>
              <a:rPr lang="en-US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useReducer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’.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Sharing state requires lifting it to a common parent.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Problems with Prop Drilling: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Passing state through multiple layers of components.</a:t>
            </a:r>
            <a:endParaRPr lang="en-US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Solution Redux: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Centralized state management.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A 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“Single Source of Truth”</a:t>
            </a:r>
            <a:endParaRPr lang="en-US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20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A085-16C8-170B-F576-B6C79873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65BB5AF0-65EE-81EC-F729-40D97D85CE02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Why Redux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E7A2795-1AD8-456E-2B1B-367E4853622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87FC93-34F6-D222-31C1-2F5643A7A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229" y="1699424"/>
            <a:ext cx="8784771" cy="36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51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905C8-8208-809A-B0A1-E496D01E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6B0D332-CD02-7EB0-FF92-AB99CB3FD8B5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is Redux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D8EB391F-258D-BD48-1311-BBD474A92294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4247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Redux is a predictable state management library for JavaScript apps.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Core Concepts: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Store: The centralized state.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Actions: Descriptions of state changes.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Reducers: Functions that compute new state.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Benefits: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Single Source of Truth.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Easy debugging with predictable state updates.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326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A63D-CD71-5C6E-8F2E-C54D0EC7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0149B41-3811-3F69-2324-211B667FA071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What is Redux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113380E-3E60-1B29-F584-3577F9BE8B7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E4368-EE1A-FFBF-CABD-5DE22B01A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35" y="200025"/>
            <a:ext cx="6585745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37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998F-8F31-35BA-BA2D-5B2F6282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83A0987-D472-D0B4-8482-A83B92459D89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Redux Toolkit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4FA88A4-FA44-5B69-4B3D-50E66C6F5A77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4370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Redux Toolkit?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Reduces Boilerplate Code.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Combines Actions, Reducers, and Store Setup.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Includes best practices for scalability and maintainability.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Fixing Common Redux Pitfalls: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Tedious configuration.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Manually writing repetitive boilerplate.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Complex debugging workflows.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 Features: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‘</a:t>
            </a:r>
            <a:r>
              <a:rPr lang="en-GB" sz="16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createSlice</a:t>
            </a: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’: Simplifies reducer and action creation.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‘</a:t>
            </a:r>
            <a:r>
              <a:rPr lang="en-GB" sz="16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configureStore</a:t>
            </a: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’:  Sets up the store with built-in middleware.</a:t>
            </a:r>
            <a:endParaRPr lang="en-GB" sz="16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993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46A4-B0A5-AAA3-958E-1BF2DEA7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FC1C904-E8FB-F125-F52B-4180B6160FBF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Redux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077AD9-7A7E-19D7-3F41-DCE98833F6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3B60E-5CA2-CFA4-DA58-11657DB32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66" y="253859"/>
            <a:ext cx="5868192" cy="635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C9CF-FE85-E928-7410-8AE8AE8F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08C3237-77DD-CD48-FD4B-F6EB1004FAD2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Redux </a:t>
            </a:r>
            <a:r>
              <a:rPr lang="en-US" sz="6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Thunks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ABBC169-ADD4-1B47-CE91-441E19E943DB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381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is a 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Thunk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A middleware that enables writing async logic for Redux  actions.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Allows action creators to return functions instead of plain objects</a:t>
            </a:r>
            <a:endParaRPr lang="en-GB" sz="16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Includes best practices for scalability and maintainability.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Thunk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 use cases?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Moving complex logic out of components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Making async request or other async logic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Writing logic that needs to dispatch multiple actions in a row or over time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Writing logic that needs access to ‘</a:t>
            </a:r>
            <a:r>
              <a:rPr lang="en-GB" sz="16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getState</a:t>
            </a: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’ to </a:t>
            </a: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make decisions or include other state values in an action</a:t>
            </a:r>
            <a:endParaRPr lang="en-GB" sz="16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730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BFF6-B1A3-93A4-1A49-8D4EE43A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7654EA43-6AA3-3DBE-7040-444977B71899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Context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E11BD-F105-B234-C591-FE7466B896E6}"/>
              </a:ext>
            </a:extLst>
          </p:cNvPr>
          <p:cNvSpPr txBox="1"/>
          <p:nvPr/>
        </p:nvSpPr>
        <p:spPr>
          <a:xfrm>
            <a:off x="542924" y="1940570"/>
            <a:ext cx="856297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What is React Context?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A way to manage and share state without prop drilling.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Provides global state accessib</a:t>
            </a: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le to any child component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Key Components:</a:t>
            </a:r>
          </a:p>
          <a:p>
            <a:pPr marL="457200" lvl="2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‘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createContext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’, ‘Provider’, and ‘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useContext</a:t>
            </a: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914400" lvl="3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515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A349-89E8-3B29-B6D2-617FAB30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79D2D49-764D-4739-3FA6-CFF5D9065C7F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React Context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493CFF-9088-B509-F95A-5940B20CEA5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3CDC8F-06F0-7E3B-4460-9FF17285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76" y="783048"/>
            <a:ext cx="8195668" cy="529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3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CCA6-CC24-2E74-CC4E-A7B881B5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7252424B-746E-DA36-BD1B-6A06DCEEB4F5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Optimization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E383D-881C-4262-92AA-BBD78213E752}"/>
              </a:ext>
            </a:extLst>
          </p:cNvPr>
          <p:cNvSpPr txBox="1"/>
          <p:nvPr/>
        </p:nvSpPr>
        <p:spPr>
          <a:xfrm>
            <a:off x="542925" y="1940570"/>
            <a:ext cx="60960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useCallback</a:t>
            </a: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useMemo</a:t>
            </a:r>
            <a:endParaRPr lang="en-GB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Memo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161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6023-CCA9-4025-96B9-7B18492F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F46FCBAB-60A8-A165-ED7F-FAABCFB4116F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useMemo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FAFAC99-E4FF-35E2-6D8F-6390B94BF016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3016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useMemo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Optimizes performance by caching expensive computations.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 Concept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Prevents re-computation unless dependencies change.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It only recomputes the value if its dependencies change, helping prevent unnecessary computations during renders.</a:t>
            </a:r>
          </a:p>
          <a:p>
            <a:pPr marL="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Real – Word Use Case</a:t>
            </a:r>
          </a:p>
          <a:p>
            <a:pPr marL="457200" lvl="2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Calculations for large datasets (e.g., filtering, sorting) in a table/grid.</a:t>
            </a:r>
          </a:p>
        </p:txBody>
      </p:sp>
    </p:spTree>
    <p:extLst>
      <p:ext uri="{BB962C8B-B14F-4D97-AF65-F5344CB8AC3E}">
        <p14:creationId xmlns:p14="http://schemas.microsoft.com/office/powerpoint/2010/main" val="84947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8F1F-E93F-4E34-867E-D99766585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AB542AF-B969-714B-18B3-D6D80BD135D0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React </a:t>
            </a:r>
            <a:r>
              <a:rPr lang="en-GB" sz="1700" dirty="0" err="1">
                <a:solidFill>
                  <a:schemeClr val="bg1"/>
                </a:solidFill>
              </a:rPr>
              <a:t>useMemo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63B7EE5-9D55-4D04-E91F-38C9B76FA13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DFA75-CDB2-79BE-F8CF-496E0700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968" y="892120"/>
            <a:ext cx="8030376" cy="462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71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C1C4-7569-3BAA-418C-44B5859A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E6F69D0-0DDF-5DA2-3CFF-9D968287E4C6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useCallback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26787FB-5AE0-5F62-057F-2FB65DDCC108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236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</a:t>
            </a:r>
            <a:r>
              <a:rPr lang="en-GB" sz="2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useCallback</a:t>
            </a: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Optimizes performance by memorizing functions.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 Concept: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Prevents </a:t>
            </a:r>
            <a:r>
              <a:rPr lang="en-GB" sz="1600" b="0" i="0" dirty="0">
                <a:solidFill>
                  <a:srgbClr val="F3F4F6"/>
                </a:solidFill>
                <a:effectLst/>
                <a:latin typeface="__Inter_d65c78"/>
              </a:rPr>
              <a:t>function re-creation unless dependencies change.</a:t>
            </a:r>
          </a:p>
          <a:p>
            <a:pPr marL="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Real – Word Use Case:</a:t>
            </a:r>
          </a:p>
          <a:p>
            <a:pPr marL="457200" lvl="2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Ensures no unnecessary rendering occurs in child components.</a:t>
            </a:r>
          </a:p>
        </p:txBody>
      </p:sp>
    </p:spTree>
    <p:extLst>
      <p:ext uri="{BB962C8B-B14F-4D97-AF65-F5344CB8AC3E}">
        <p14:creationId xmlns:p14="http://schemas.microsoft.com/office/powerpoint/2010/main" val="3525329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ABDC-9F1D-7A4C-3383-B55855E0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DAB681A1-04B0-9BAA-61E6-81C70D992585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React </a:t>
            </a:r>
            <a:r>
              <a:rPr lang="en-GB" sz="1700" dirty="0" err="1">
                <a:solidFill>
                  <a:schemeClr val="bg1"/>
                </a:solidFill>
              </a:rPr>
              <a:t>useCallback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4CEB536-E335-9454-EE8D-1FFEDD5DFB1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41C71-DA9F-00E5-D5F0-3898B7BE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628" y="1286707"/>
            <a:ext cx="8231273" cy="428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56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34B7-E10E-3C09-7BCD-B6505383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55B31D1-10B6-AD63-DB70-8C4E5813D958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memo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517BB07B-B9BA-B717-D202-93C931DB1F28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2616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Why memo?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Prevents unnecessary re-renders of functional components.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 Concept: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Skips rendering if props haven’t changed.</a:t>
            </a:r>
            <a:endParaRPr lang="en-GB" sz="1600" b="0" i="0" dirty="0">
              <a:solidFill>
                <a:srgbClr val="F3F4F6"/>
              </a:solidFill>
              <a:effectLst/>
              <a:latin typeface="__Inter_d65c78"/>
            </a:endParaRPr>
          </a:p>
          <a:p>
            <a:pPr marL="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 Light" panose="020F0302020204030204" pitchFamily="34" charset="0"/>
              </a:rPr>
              <a:t>Real – Word Use Case:</a:t>
            </a:r>
          </a:p>
          <a:p>
            <a:pPr marL="457200" lvl="2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Use </a:t>
            </a:r>
            <a:r>
              <a:rPr lang="en-GB" sz="16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memoization</a:t>
            </a:r>
            <a:r>
              <a:rPr lang="en-GB" sz="1600" b="0" dirty="0">
                <a:solidFill>
                  <a:schemeClr val="bg1"/>
                </a:solidFill>
                <a:latin typeface="Calibri Light" panose="020F0302020204030204" pitchFamily="34" charset="0"/>
              </a:rPr>
              <a:t> for components that don’t need to update frequently, such as headers, buttons, toolbars, and static UI elements.</a:t>
            </a:r>
          </a:p>
        </p:txBody>
      </p:sp>
    </p:spTree>
    <p:extLst>
      <p:ext uri="{BB962C8B-B14F-4D97-AF65-F5344CB8AC3E}">
        <p14:creationId xmlns:p14="http://schemas.microsoft.com/office/powerpoint/2010/main" val="2526853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29F0B-0EB5-D797-6402-AB054B83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2FD6E1D-A4DF-1DC2-35D5-C1DBA2411B7A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700" dirty="0">
                <a:solidFill>
                  <a:schemeClr val="bg1"/>
                </a:solidFill>
              </a:rPr>
              <a:t>React memo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AAA9ABB-1997-08D5-FE84-8B625C36BD3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5A6D4-42F3-FE87-5EC2-4AB8E3325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935" y="892120"/>
            <a:ext cx="7947065" cy="425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15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E818F59-47CE-7E82-AC3D-602B3586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7C963-C45E-8DC3-066A-7BB283544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3429000"/>
            <a:ext cx="3827462" cy="257250"/>
          </a:xfrm>
        </p:spPr>
        <p:txBody>
          <a:bodyPr>
            <a:normAutofit/>
          </a:bodyPr>
          <a:lstStyle/>
          <a:p>
            <a:r>
              <a:rPr lang="en-US" dirty="0"/>
              <a:t>For more information, contact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1E54A-3D4E-4CEB-8677-FDEEA0851C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en-GB" dirty="0"/>
              <a:t>Peter Toth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D2460-84DE-8FFB-A283-3FC73C6AA5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146A9-8D16-8589-E054-8910EE149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en-GB" dirty="0"/>
              <a:t>Peter</a:t>
            </a:r>
            <a:r>
              <a:rPr lang="hu-HU" dirty="0"/>
              <a:t>_</a:t>
            </a:r>
            <a:r>
              <a:rPr lang="en-GB" dirty="0"/>
              <a:t>Toth9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D7047CEB-1974-4D38-9625-9C9B458AC10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6260237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5961</TotalTime>
  <Words>946</Words>
  <Application>Microsoft Office PowerPoint</Application>
  <PresentationFormat>Widescreen</PresentationFormat>
  <Paragraphs>181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__Inter_d65c78</vt:lpstr>
      <vt:lpstr>Arial</vt:lpstr>
      <vt:lpstr>Calibri</vt:lpstr>
      <vt:lpstr>Calibri Light</vt:lpstr>
      <vt:lpstr>Courier New</vt:lpstr>
      <vt:lpstr>Human Sans</vt:lpstr>
      <vt:lpstr>Wingdings</vt:lpstr>
      <vt:lpstr>EPAM Master Dark 2023.1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Peter Toth9</cp:lastModifiedBy>
  <cp:revision>525</cp:revision>
  <cp:lastPrinted>2025-02-16T20:53:39Z</cp:lastPrinted>
  <dcterms:created xsi:type="dcterms:W3CDTF">2020-10-26T14:33:58Z</dcterms:created>
  <dcterms:modified xsi:type="dcterms:W3CDTF">2025-04-02T11:50:09Z</dcterms:modified>
</cp:coreProperties>
</file>